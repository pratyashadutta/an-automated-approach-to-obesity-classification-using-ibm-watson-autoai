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5"/>
  </p:notesMasterIdLst>
  <p:sldIdLst>
    <p:sldId id="256" r:id="rId5"/>
    <p:sldId id="2146847054" r:id="rId6"/>
    <p:sldId id="262" r:id="rId7"/>
    <p:sldId id="263" r:id="rId8"/>
    <p:sldId id="2146847058" r:id="rId9"/>
    <p:sldId id="265" r:id="rId10"/>
    <p:sldId id="266" r:id="rId11"/>
    <p:sldId id="267" r:id="rId12"/>
    <p:sldId id="2146847059" r:id="rId13"/>
    <p:sldId id="2146847060" r:id="rId14"/>
    <p:sldId id="2146847061" r:id="rId15"/>
    <p:sldId id="2146847062" r:id="rId16"/>
    <p:sldId id="2146847063" r:id="rId17"/>
    <p:sldId id="2146847064" r:id="rId18"/>
    <p:sldId id="268" r:id="rId19"/>
    <p:sldId id="2146847055" r:id="rId20"/>
    <p:sldId id="269" r:id="rId21"/>
    <p:sldId id="2146847056" r:id="rId22"/>
    <p:sldId id="2146847057" r:id="rId23"/>
    <p:sldId id="259"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5pPr>
    <a:lvl6pPr marL="2286000" algn="l" defTabSz="914400" rtl="0" eaLnBrk="1" latinLnBrk="0" hangingPunct="1">
      <a:defRPr kern="1200">
        <a:solidFill>
          <a:schemeClr val="tx1"/>
        </a:solidFill>
        <a:latin typeface="Franklin Gothic Book" panose="020B0503020102020204" pitchFamily="34" charset="0"/>
        <a:ea typeface="+mn-ea"/>
        <a:cs typeface="+mn-cs"/>
      </a:defRPr>
    </a:lvl6pPr>
    <a:lvl7pPr marL="2743200" algn="l" defTabSz="914400" rtl="0" eaLnBrk="1" latinLnBrk="0" hangingPunct="1">
      <a:defRPr kern="1200">
        <a:solidFill>
          <a:schemeClr val="tx1"/>
        </a:solidFill>
        <a:latin typeface="Franklin Gothic Book" panose="020B0503020102020204" pitchFamily="34" charset="0"/>
        <a:ea typeface="+mn-ea"/>
        <a:cs typeface="+mn-cs"/>
      </a:defRPr>
    </a:lvl7pPr>
    <a:lvl8pPr marL="3200400" algn="l" defTabSz="914400" rtl="0" eaLnBrk="1" latinLnBrk="0" hangingPunct="1">
      <a:defRPr kern="1200">
        <a:solidFill>
          <a:schemeClr val="tx1"/>
        </a:solidFill>
        <a:latin typeface="Franklin Gothic Book" panose="020B0503020102020204" pitchFamily="34" charset="0"/>
        <a:ea typeface="+mn-ea"/>
        <a:cs typeface="+mn-cs"/>
      </a:defRPr>
    </a:lvl8pPr>
    <a:lvl9pPr marL="3657600" algn="l" defTabSz="914400" rtl="0" eaLnBrk="1" latinLnBrk="0" hangingPunct="1">
      <a:defRPr kern="1200">
        <a:solidFill>
          <a:schemeClr val="tx1"/>
        </a:solidFill>
        <a:latin typeface="Franklin Gothic Book" panose="020B05030201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33F50-C5E4-4F56-8820-338FC8B77C73}" v="1943" dt="2024-08-04T07:42:30.2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78" d="100"/>
          <a:sy n="78" d="100"/>
        </p:scale>
        <p:origin x="87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2779B3-D94F-738D-9803-4879383165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67F2D72F-77F6-2764-0D82-57C702E6A8F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62E5F9E7-CF19-40EB-ACE7-49BAD26C8EFD}" type="datetimeFigureOut">
              <a:rPr lang="en-IN"/>
              <a:pPr>
                <a:defRPr/>
              </a:pPr>
              <a:t>08-07-2025</a:t>
            </a:fld>
            <a:endParaRPr lang="en-IN"/>
          </a:p>
        </p:txBody>
      </p:sp>
      <p:sp>
        <p:nvSpPr>
          <p:cNvPr id="4" name="Slide Image Placeholder 3">
            <a:extLst>
              <a:ext uri="{FF2B5EF4-FFF2-40B4-BE49-F238E27FC236}">
                <a16:creationId xmlns:a16="http://schemas.microsoft.com/office/drawing/2014/main" id="{160C78A3-815C-99F4-74D1-83ADB1BE0B7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A93D8160-4091-B879-A4CA-14087E69874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92C4E239-40AF-A409-B623-DC225296329E}"/>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71A130F1-D718-CEA6-8503-6310D5867156}"/>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CD8CFBA2-5876-4BB7-9E58-94E2E934732A}"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581A23-FC89-AABC-ABFD-4CF81EFC9849}"/>
              </a:ext>
            </a:extLst>
          </p:cNvPr>
          <p:cNvSpPr/>
          <p:nvPr/>
        </p:nvSpPr>
        <p:spPr>
          <a:xfrm>
            <a:off x="446088" y="3086100"/>
            <a:ext cx="11299825" cy="33385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7">
            <a:extLst>
              <a:ext uri="{FF2B5EF4-FFF2-40B4-BE49-F238E27FC236}">
                <a16:creationId xmlns:a16="http://schemas.microsoft.com/office/drawing/2014/main" id="{CAC9C83B-8094-EFCC-8EFD-7F8D286917FE}"/>
              </a:ext>
            </a:extLst>
          </p:cNvPr>
          <p:cNvSpPr>
            <a:spLocks noGrp="1"/>
          </p:cNvSpPr>
          <p:nvPr>
            <p:ph type="dt" sz="half" idx="10"/>
          </p:nvPr>
        </p:nvSpPr>
        <p:spPr/>
        <p:txBody>
          <a:bodyPr/>
          <a:lstStyle>
            <a:lvl1pPr>
              <a:defRPr/>
            </a:lvl1pPr>
          </a:lstStyle>
          <a:p>
            <a:pPr>
              <a:defRPr/>
            </a:pPr>
            <a:fld id="{BF7EBA8D-CDBA-4306-972D-F12BCE6D28AC}" type="datetime1">
              <a:rPr lang="en-US"/>
              <a:pPr>
                <a:defRPr/>
              </a:pPr>
              <a:t>7/8/2025</a:t>
            </a:fld>
            <a:endParaRPr lang="en-US"/>
          </a:p>
        </p:txBody>
      </p:sp>
      <p:sp>
        <p:nvSpPr>
          <p:cNvPr id="6" name="Footer Placeholder 8">
            <a:extLst>
              <a:ext uri="{FF2B5EF4-FFF2-40B4-BE49-F238E27FC236}">
                <a16:creationId xmlns:a16="http://schemas.microsoft.com/office/drawing/2014/main" id="{0E61B7D9-AD9D-FC86-B033-6B89E1108EAC}"/>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9">
            <a:extLst>
              <a:ext uri="{FF2B5EF4-FFF2-40B4-BE49-F238E27FC236}">
                <a16:creationId xmlns:a16="http://schemas.microsoft.com/office/drawing/2014/main" id="{2CA6DEA3-06B6-2BDC-4D89-DB0DBB3549D4}"/>
              </a:ext>
            </a:extLst>
          </p:cNvPr>
          <p:cNvSpPr>
            <a:spLocks noGrp="1"/>
          </p:cNvSpPr>
          <p:nvPr>
            <p:ph type="sldNum" sz="quarter" idx="12"/>
          </p:nvPr>
        </p:nvSpPr>
        <p:spPr/>
        <p:txBody>
          <a:bodyPr/>
          <a:lstStyle>
            <a:lvl1pPr>
              <a:defRPr/>
            </a:lvl1pPr>
          </a:lstStyle>
          <a:p>
            <a:pPr>
              <a:defRPr/>
            </a:pPr>
            <a:fld id="{4AC75906-DD64-457F-B9E9-F10E94C8C6B2}" type="slidenum">
              <a:rPr lang="en-US"/>
              <a:pPr>
                <a:defRPr/>
              </a:pPr>
              <a:t>‹#›</a:t>
            </a:fld>
            <a:endParaRPr lang="en-US"/>
          </a:p>
        </p:txBody>
      </p:sp>
    </p:spTree>
    <p:extLst>
      <p:ext uri="{BB962C8B-B14F-4D97-AF65-F5344CB8AC3E}">
        <p14:creationId xmlns:p14="http://schemas.microsoft.com/office/powerpoint/2010/main" val="3194105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7">
            <a:extLst>
              <a:ext uri="{FF2B5EF4-FFF2-40B4-BE49-F238E27FC236}">
                <a16:creationId xmlns:a16="http://schemas.microsoft.com/office/drawing/2014/main" id="{E746806E-40F3-556F-48EB-8AEA0303051A}"/>
              </a:ext>
            </a:extLst>
          </p:cNvPr>
          <p:cNvSpPr>
            <a:spLocks noGrp="1"/>
          </p:cNvSpPr>
          <p:nvPr>
            <p:ph type="dt" sz="half" idx="10"/>
          </p:nvPr>
        </p:nvSpPr>
        <p:spPr/>
        <p:txBody>
          <a:bodyPr/>
          <a:lstStyle>
            <a:lvl1pPr>
              <a:defRPr/>
            </a:lvl1pPr>
          </a:lstStyle>
          <a:p>
            <a:pPr>
              <a:defRPr/>
            </a:pPr>
            <a:fld id="{606EC02F-84F6-403D-844E-2C20DF55874F}" type="datetime1">
              <a:rPr lang="en-US"/>
              <a:pPr>
                <a:defRPr/>
              </a:pPr>
              <a:t>7/8/2025</a:t>
            </a:fld>
            <a:endParaRPr lang="en-US"/>
          </a:p>
        </p:txBody>
      </p:sp>
    </p:spTree>
    <p:extLst>
      <p:ext uri="{BB962C8B-B14F-4D97-AF65-F5344CB8AC3E}">
        <p14:creationId xmlns:p14="http://schemas.microsoft.com/office/powerpoint/2010/main" val="1490343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CE5318-07BC-0192-8879-30669FB462F5}"/>
              </a:ext>
            </a:extLst>
          </p:cNvPr>
          <p:cNvSpPr>
            <a:spLocks noChangeAspect="1"/>
          </p:cNvSpPr>
          <p:nvPr/>
        </p:nvSpPr>
        <p:spPr>
          <a:xfrm>
            <a:off x="447675" y="5141913"/>
            <a:ext cx="11290300" cy="125888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6">
            <a:extLst>
              <a:ext uri="{FF2B5EF4-FFF2-40B4-BE49-F238E27FC236}">
                <a16:creationId xmlns:a16="http://schemas.microsoft.com/office/drawing/2014/main" id="{28277E23-7CF6-1C0B-12DD-14E71491539F}"/>
              </a:ext>
            </a:extLst>
          </p:cNvPr>
          <p:cNvSpPr>
            <a:spLocks noGrp="1"/>
          </p:cNvSpPr>
          <p:nvPr>
            <p:ph type="dt" sz="half" idx="10"/>
          </p:nvPr>
        </p:nvSpPr>
        <p:spPr/>
        <p:txBody>
          <a:bodyPr/>
          <a:lstStyle>
            <a:lvl1pPr>
              <a:defRPr/>
            </a:lvl1pPr>
          </a:lstStyle>
          <a:p>
            <a:pPr>
              <a:defRPr/>
            </a:pPr>
            <a:fld id="{DAE10407-1989-43C8-A55C-419BFC551762}" type="datetime1">
              <a:rPr lang="en-US"/>
              <a:pPr>
                <a:defRPr/>
              </a:pPr>
              <a:t>7/8/2025</a:t>
            </a:fld>
            <a:endParaRPr lang="en-US"/>
          </a:p>
        </p:txBody>
      </p:sp>
      <p:sp>
        <p:nvSpPr>
          <p:cNvPr id="6" name="Footer Placeholder 8">
            <a:extLst>
              <a:ext uri="{FF2B5EF4-FFF2-40B4-BE49-F238E27FC236}">
                <a16:creationId xmlns:a16="http://schemas.microsoft.com/office/drawing/2014/main" id="{8DD3EEF9-508C-78F2-C922-03554FD221F8}"/>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9">
            <a:extLst>
              <a:ext uri="{FF2B5EF4-FFF2-40B4-BE49-F238E27FC236}">
                <a16:creationId xmlns:a16="http://schemas.microsoft.com/office/drawing/2014/main" id="{1C889C0A-4E3F-1C42-6B10-AB877E3BE0B7}"/>
              </a:ext>
            </a:extLst>
          </p:cNvPr>
          <p:cNvSpPr>
            <a:spLocks noGrp="1"/>
          </p:cNvSpPr>
          <p:nvPr>
            <p:ph type="sldNum" sz="quarter" idx="12"/>
          </p:nvPr>
        </p:nvSpPr>
        <p:spPr/>
        <p:txBody>
          <a:bodyPr/>
          <a:lstStyle>
            <a:lvl1pPr>
              <a:defRPr/>
            </a:lvl1pPr>
          </a:lstStyle>
          <a:p>
            <a:pPr>
              <a:defRPr/>
            </a:pPr>
            <a:fld id="{5F13243F-CD6B-43B0-B85D-7E7C063191C2}" type="slidenum">
              <a:rPr lang="en-US"/>
              <a:pPr>
                <a:defRPr/>
              </a:pPr>
              <a:t>‹#›</a:t>
            </a:fld>
            <a:endParaRPr lang="en-US"/>
          </a:p>
        </p:txBody>
      </p:sp>
    </p:spTree>
    <p:extLst>
      <p:ext uri="{BB962C8B-B14F-4D97-AF65-F5344CB8AC3E}">
        <p14:creationId xmlns:p14="http://schemas.microsoft.com/office/powerpoint/2010/main" val="1031870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0D158-EAAD-CAF0-9291-EB5254BE8E37}"/>
              </a:ext>
            </a:extLst>
          </p:cNvPr>
          <p:cNvSpPr>
            <a:spLocks noGrp="1"/>
          </p:cNvSpPr>
          <p:nvPr>
            <p:ph type="dt" sz="half" idx="10"/>
          </p:nvPr>
        </p:nvSpPr>
        <p:spPr/>
        <p:txBody>
          <a:bodyPr/>
          <a:lstStyle>
            <a:lvl1pPr>
              <a:defRPr/>
            </a:lvl1pPr>
          </a:lstStyle>
          <a:p>
            <a:pPr>
              <a:defRPr/>
            </a:pPr>
            <a:fld id="{CD63AF30-9AFB-4F55-8E8C-028D0CB0CD03}" type="datetime1">
              <a:rPr lang="en-US"/>
              <a:pPr>
                <a:defRPr/>
              </a:pPr>
              <a:t>7/8/2025</a:t>
            </a:fld>
            <a:endParaRPr lang="en-US"/>
          </a:p>
        </p:txBody>
      </p:sp>
      <p:sp>
        <p:nvSpPr>
          <p:cNvPr id="6" name="Footer Placeholder 5">
            <a:extLst>
              <a:ext uri="{FF2B5EF4-FFF2-40B4-BE49-F238E27FC236}">
                <a16:creationId xmlns:a16="http://schemas.microsoft.com/office/drawing/2014/main" id="{C4487FEE-2D9F-3D4B-F2D3-17A144F6F426}"/>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a:extLst>
              <a:ext uri="{FF2B5EF4-FFF2-40B4-BE49-F238E27FC236}">
                <a16:creationId xmlns:a16="http://schemas.microsoft.com/office/drawing/2014/main" id="{4DBB79FF-305E-3E8F-E308-76E8E8A844F9}"/>
              </a:ext>
            </a:extLst>
          </p:cNvPr>
          <p:cNvSpPr>
            <a:spLocks noGrp="1"/>
          </p:cNvSpPr>
          <p:nvPr>
            <p:ph type="sldNum" sz="quarter" idx="12"/>
          </p:nvPr>
        </p:nvSpPr>
        <p:spPr/>
        <p:txBody>
          <a:bodyPr/>
          <a:lstStyle>
            <a:lvl1pPr>
              <a:defRPr/>
            </a:lvl1pPr>
          </a:lstStyle>
          <a:p>
            <a:pPr>
              <a:defRPr/>
            </a:pPr>
            <a:fld id="{A6FA8B79-8623-4437-94CA-8E6C0BE802E9}" type="slidenum">
              <a:rPr lang="en-US"/>
              <a:pPr>
                <a:defRPr/>
              </a:pPr>
              <a:t>‹#›</a:t>
            </a:fld>
            <a:endParaRPr lang="en-US"/>
          </a:p>
        </p:txBody>
      </p:sp>
    </p:spTree>
    <p:extLst>
      <p:ext uri="{BB962C8B-B14F-4D97-AF65-F5344CB8AC3E}">
        <p14:creationId xmlns:p14="http://schemas.microsoft.com/office/powerpoint/2010/main" val="3891617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6">
            <a:extLst>
              <a:ext uri="{FF2B5EF4-FFF2-40B4-BE49-F238E27FC236}">
                <a16:creationId xmlns:a16="http://schemas.microsoft.com/office/drawing/2014/main" id="{8A9B7F1C-3291-6157-4EB3-D77564A8A23D}"/>
              </a:ext>
            </a:extLst>
          </p:cNvPr>
          <p:cNvSpPr>
            <a:spLocks noGrp="1"/>
          </p:cNvSpPr>
          <p:nvPr>
            <p:ph type="dt" sz="half" idx="10"/>
          </p:nvPr>
        </p:nvSpPr>
        <p:spPr/>
        <p:txBody>
          <a:bodyPr/>
          <a:lstStyle>
            <a:lvl1pPr>
              <a:defRPr/>
            </a:lvl1pPr>
          </a:lstStyle>
          <a:p>
            <a:pPr>
              <a:defRPr/>
            </a:pPr>
            <a:fld id="{9CA260A7-C2AD-4080-980F-38891F79AE4B}" type="datetime1">
              <a:rPr lang="en-US"/>
              <a:pPr>
                <a:defRPr/>
              </a:pPr>
              <a:t>7/8/2025</a:t>
            </a:fld>
            <a:endParaRPr lang="en-US"/>
          </a:p>
        </p:txBody>
      </p:sp>
      <p:sp>
        <p:nvSpPr>
          <p:cNvPr id="7" name="Footer Placeholder 7">
            <a:extLst>
              <a:ext uri="{FF2B5EF4-FFF2-40B4-BE49-F238E27FC236}">
                <a16:creationId xmlns:a16="http://schemas.microsoft.com/office/drawing/2014/main" id="{2337BF95-EC3B-7504-43D6-36CB56B5E0C0}"/>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Slide Number Placeholder 8">
            <a:extLst>
              <a:ext uri="{FF2B5EF4-FFF2-40B4-BE49-F238E27FC236}">
                <a16:creationId xmlns:a16="http://schemas.microsoft.com/office/drawing/2014/main" id="{C895E56B-E03C-6E19-B913-5F9EC2E537EE}"/>
              </a:ext>
            </a:extLst>
          </p:cNvPr>
          <p:cNvSpPr>
            <a:spLocks noGrp="1"/>
          </p:cNvSpPr>
          <p:nvPr>
            <p:ph type="sldNum" sz="quarter" idx="12"/>
          </p:nvPr>
        </p:nvSpPr>
        <p:spPr/>
        <p:txBody>
          <a:bodyPr/>
          <a:lstStyle>
            <a:lvl1pPr>
              <a:defRPr/>
            </a:lvl1pPr>
          </a:lstStyle>
          <a:p>
            <a:pPr>
              <a:defRPr/>
            </a:pPr>
            <a:fld id="{6A5B4AB6-763A-4FB3-85DA-7856F49C916E}" type="slidenum">
              <a:rPr lang="en-US"/>
              <a:pPr>
                <a:defRPr/>
              </a:pPr>
              <a:t>‹#›</a:t>
            </a:fld>
            <a:endParaRPr lang="en-US"/>
          </a:p>
        </p:txBody>
      </p:sp>
    </p:spTree>
    <p:extLst>
      <p:ext uri="{BB962C8B-B14F-4D97-AF65-F5344CB8AC3E}">
        <p14:creationId xmlns:p14="http://schemas.microsoft.com/office/powerpoint/2010/main" val="2824010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2" name="Date Placeholder 2">
            <a:extLst>
              <a:ext uri="{FF2B5EF4-FFF2-40B4-BE49-F238E27FC236}">
                <a16:creationId xmlns:a16="http://schemas.microsoft.com/office/drawing/2014/main" id="{38BDCBF8-36B4-28A6-1FD6-A6F92A6182B3}"/>
              </a:ext>
            </a:extLst>
          </p:cNvPr>
          <p:cNvSpPr>
            <a:spLocks noGrp="1"/>
          </p:cNvSpPr>
          <p:nvPr>
            <p:ph type="dt" sz="half" idx="10"/>
          </p:nvPr>
        </p:nvSpPr>
        <p:spPr/>
        <p:txBody>
          <a:bodyPr/>
          <a:lstStyle>
            <a:lvl1pPr>
              <a:defRPr/>
            </a:lvl1pPr>
          </a:lstStyle>
          <a:p>
            <a:pPr>
              <a:defRPr/>
            </a:pPr>
            <a:fld id="{4A135654-7CAC-425A-BD26-1A621851B5B0}" type="datetime1">
              <a:rPr lang="en-US"/>
              <a:pPr>
                <a:defRPr/>
              </a:pPr>
              <a:t>7/8/2025</a:t>
            </a:fld>
            <a:endParaRPr lang="en-US"/>
          </a:p>
        </p:txBody>
      </p:sp>
      <p:sp>
        <p:nvSpPr>
          <p:cNvPr id="3" name="Footer Placeholder 3">
            <a:extLst>
              <a:ext uri="{FF2B5EF4-FFF2-40B4-BE49-F238E27FC236}">
                <a16:creationId xmlns:a16="http://schemas.microsoft.com/office/drawing/2014/main" id="{5FBA9922-39AB-C771-59DC-D6CBD31E2AD5}"/>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4" name="Slide Number Placeholder 4">
            <a:extLst>
              <a:ext uri="{FF2B5EF4-FFF2-40B4-BE49-F238E27FC236}">
                <a16:creationId xmlns:a16="http://schemas.microsoft.com/office/drawing/2014/main" id="{43B3A560-A1B7-3CB3-5AD7-F9588F341146}"/>
              </a:ext>
            </a:extLst>
          </p:cNvPr>
          <p:cNvSpPr>
            <a:spLocks noGrp="1"/>
          </p:cNvSpPr>
          <p:nvPr>
            <p:ph type="sldNum" sz="quarter" idx="12"/>
          </p:nvPr>
        </p:nvSpPr>
        <p:spPr/>
        <p:txBody>
          <a:bodyPr/>
          <a:lstStyle>
            <a:lvl1pPr>
              <a:defRPr/>
            </a:lvl1pPr>
          </a:lstStyle>
          <a:p>
            <a:pPr>
              <a:defRPr/>
            </a:pPr>
            <a:fld id="{86549B12-D08A-4D40-BFA4-E590C57201F5}" type="slidenum">
              <a:rPr lang="en-US"/>
              <a:pPr>
                <a:defRPr/>
              </a:pPr>
              <a:t>‹#›</a:t>
            </a:fld>
            <a:endParaRPr lang="en-US"/>
          </a:p>
        </p:txBody>
      </p:sp>
    </p:spTree>
    <p:extLst>
      <p:ext uri="{BB962C8B-B14F-4D97-AF65-F5344CB8AC3E}">
        <p14:creationId xmlns:p14="http://schemas.microsoft.com/office/powerpoint/2010/main" val="3109832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DE2C85-2341-E09E-C9B2-1AD3873DB3C8}"/>
              </a:ext>
            </a:extLst>
          </p:cNvPr>
          <p:cNvSpPr>
            <a:spLocks noGrp="1"/>
          </p:cNvSpPr>
          <p:nvPr>
            <p:ph type="dt" sz="half" idx="10"/>
          </p:nvPr>
        </p:nvSpPr>
        <p:spPr/>
        <p:txBody>
          <a:bodyPr/>
          <a:lstStyle>
            <a:lvl1pPr>
              <a:defRPr/>
            </a:lvl1pPr>
          </a:lstStyle>
          <a:p>
            <a:pPr>
              <a:defRPr/>
            </a:pPr>
            <a:fld id="{FEC62742-B522-4860-907D-72C1A85FBD2D}" type="datetime1">
              <a:rPr lang="en-US"/>
              <a:pPr>
                <a:defRPr/>
              </a:pPr>
              <a:t>7/8/2025</a:t>
            </a:fld>
            <a:endParaRPr lang="en-US"/>
          </a:p>
        </p:txBody>
      </p:sp>
      <p:sp>
        <p:nvSpPr>
          <p:cNvPr id="3" name="Footer Placeholder 2">
            <a:extLst>
              <a:ext uri="{FF2B5EF4-FFF2-40B4-BE49-F238E27FC236}">
                <a16:creationId xmlns:a16="http://schemas.microsoft.com/office/drawing/2014/main" id="{C94ABD99-3DF4-9838-5322-98F7FB40B776}"/>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4" name="Slide Number Placeholder 3">
            <a:extLst>
              <a:ext uri="{FF2B5EF4-FFF2-40B4-BE49-F238E27FC236}">
                <a16:creationId xmlns:a16="http://schemas.microsoft.com/office/drawing/2014/main" id="{F2D0A86F-3972-587E-D16E-5A1136C71B4B}"/>
              </a:ext>
            </a:extLst>
          </p:cNvPr>
          <p:cNvSpPr>
            <a:spLocks noGrp="1"/>
          </p:cNvSpPr>
          <p:nvPr>
            <p:ph type="sldNum" sz="quarter" idx="12"/>
          </p:nvPr>
        </p:nvSpPr>
        <p:spPr/>
        <p:txBody>
          <a:bodyPr/>
          <a:lstStyle>
            <a:lvl1pPr>
              <a:defRPr/>
            </a:lvl1pPr>
          </a:lstStyle>
          <a:p>
            <a:pPr>
              <a:defRPr/>
            </a:pPr>
            <a:fld id="{E1FEEF23-1BE7-4618-84FA-83D777390E13}" type="slidenum">
              <a:rPr lang="en-US"/>
              <a:pPr>
                <a:defRPr/>
              </a:pPr>
              <a:t>‹#›</a:t>
            </a:fld>
            <a:endParaRPr lang="en-US"/>
          </a:p>
        </p:txBody>
      </p:sp>
    </p:spTree>
    <p:extLst>
      <p:ext uri="{BB962C8B-B14F-4D97-AF65-F5344CB8AC3E}">
        <p14:creationId xmlns:p14="http://schemas.microsoft.com/office/powerpoint/2010/main" val="1132062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03F40C-1B11-F50A-551E-47E8DB017069}"/>
              </a:ext>
            </a:extLst>
          </p:cNvPr>
          <p:cNvSpPr>
            <a:spLocks noChangeAspect="1"/>
          </p:cNvSpPr>
          <p:nvPr/>
        </p:nvSpPr>
        <p:spPr>
          <a:xfrm>
            <a:off x="447675" y="601663"/>
            <a:ext cx="3683000" cy="58150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7">
            <a:extLst>
              <a:ext uri="{FF2B5EF4-FFF2-40B4-BE49-F238E27FC236}">
                <a16:creationId xmlns:a16="http://schemas.microsoft.com/office/drawing/2014/main" id="{EFF2D381-B4CE-9399-0E0C-0502DA158BB7}"/>
              </a:ext>
            </a:extLst>
          </p:cNvPr>
          <p:cNvSpPr>
            <a:spLocks noGrp="1"/>
          </p:cNvSpPr>
          <p:nvPr>
            <p:ph type="dt" sz="half" idx="10"/>
          </p:nvPr>
        </p:nvSpPr>
        <p:spPr>
          <a:xfrm>
            <a:off x="7605713" y="6456363"/>
            <a:ext cx="2844800" cy="365125"/>
          </a:xfrm>
        </p:spPr>
        <p:txBody>
          <a:bodyPr/>
          <a:lstStyle>
            <a:lvl1pPr>
              <a:defRPr/>
            </a:lvl1pPr>
          </a:lstStyle>
          <a:p>
            <a:pPr>
              <a:defRPr/>
            </a:pPr>
            <a:fld id="{52A69241-9749-4D3E-B279-F88B3061F3BF}" type="datetime1">
              <a:rPr lang="en-US"/>
              <a:pPr>
                <a:defRPr/>
              </a:pPr>
              <a:t>7/8/2025</a:t>
            </a:fld>
            <a:endParaRPr lang="en-US"/>
          </a:p>
        </p:txBody>
      </p:sp>
      <p:sp>
        <p:nvSpPr>
          <p:cNvPr id="7" name="Footer Placeholder 9">
            <a:extLst>
              <a:ext uri="{FF2B5EF4-FFF2-40B4-BE49-F238E27FC236}">
                <a16:creationId xmlns:a16="http://schemas.microsoft.com/office/drawing/2014/main" id="{B0B0BF88-35DA-A46E-B337-39BA88D2C8B0}"/>
              </a:ext>
            </a:extLst>
          </p:cNvPr>
          <p:cNvSpPr>
            <a:spLocks noGrp="1"/>
          </p:cNvSpPr>
          <p:nvPr>
            <p:ph type="ftr" sz="quarter" idx="11"/>
          </p:nvPr>
        </p:nvSpPr>
        <p:spPr>
          <a:xfrm>
            <a:off x="581025" y="6453188"/>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Slide Number Placeholder 10">
            <a:extLst>
              <a:ext uri="{FF2B5EF4-FFF2-40B4-BE49-F238E27FC236}">
                <a16:creationId xmlns:a16="http://schemas.microsoft.com/office/drawing/2014/main" id="{097ABBAE-E0DD-7CD2-F53D-AF7E50D83249}"/>
              </a:ext>
            </a:extLst>
          </p:cNvPr>
          <p:cNvSpPr>
            <a:spLocks noGrp="1"/>
          </p:cNvSpPr>
          <p:nvPr>
            <p:ph type="sldNum" sz="quarter" idx="12"/>
          </p:nvPr>
        </p:nvSpPr>
        <p:spPr>
          <a:xfrm>
            <a:off x="10558463" y="6456363"/>
            <a:ext cx="1052512" cy="365125"/>
          </a:xfrm>
        </p:spPr>
        <p:txBody>
          <a:bodyPr/>
          <a:lstStyle>
            <a:lvl1pPr>
              <a:defRPr/>
            </a:lvl1pPr>
          </a:lstStyle>
          <a:p>
            <a:pPr>
              <a:defRPr/>
            </a:pPr>
            <a:fld id="{8E402709-D05E-4274-96B0-341EB047A4F0}" type="slidenum">
              <a:rPr lang="en-US"/>
              <a:pPr>
                <a:defRPr/>
              </a:pPr>
              <a:t>‹#›</a:t>
            </a:fld>
            <a:endParaRPr lang="en-US"/>
          </a:p>
        </p:txBody>
      </p:sp>
    </p:spTree>
    <p:extLst>
      <p:ext uri="{BB962C8B-B14F-4D97-AF65-F5344CB8AC3E}">
        <p14:creationId xmlns:p14="http://schemas.microsoft.com/office/powerpoint/2010/main" val="4227392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29EA1DAC-CA32-7126-B894-0D79B10887C2}"/>
              </a:ext>
            </a:extLst>
          </p:cNvPr>
          <p:cNvSpPr>
            <a:spLocks noGrp="1"/>
          </p:cNvSpPr>
          <p:nvPr>
            <p:ph type="dt" sz="half" idx="10"/>
          </p:nvPr>
        </p:nvSpPr>
        <p:spPr/>
        <p:txBody>
          <a:bodyPr/>
          <a:lstStyle>
            <a:lvl1pPr>
              <a:defRPr/>
            </a:lvl1pPr>
          </a:lstStyle>
          <a:p>
            <a:pPr>
              <a:defRPr/>
            </a:pPr>
            <a:fld id="{03412B74-F518-462C-9570-43A8AFB89421}" type="datetime1">
              <a:rPr lang="en-US"/>
              <a:pPr>
                <a:defRPr/>
              </a:pPr>
              <a:t>7/8/2025</a:t>
            </a:fld>
            <a:endParaRPr lang="en-US"/>
          </a:p>
        </p:txBody>
      </p:sp>
      <p:sp>
        <p:nvSpPr>
          <p:cNvPr id="6" name="Footer Placeholder 5">
            <a:extLst>
              <a:ext uri="{FF2B5EF4-FFF2-40B4-BE49-F238E27FC236}">
                <a16:creationId xmlns:a16="http://schemas.microsoft.com/office/drawing/2014/main" id="{990B8F5B-23C4-6B8A-2527-8A491F9A5AE0}"/>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a:extLst>
              <a:ext uri="{FF2B5EF4-FFF2-40B4-BE49-F238E27FC236}">
                <a16:creationId xmlns:a16="http://schemas.microsoft.com/office/drawing/2014/main" id="{02089219-CAD2-3757-5F1A-3D946538405F}"/>
              </a:ext>
            </a:extLst>
          </p:cNvPr>
          <p:cNvSpPr>
            <a:spLocks noGrp="1"/>
          </p:cNvSpPr>
          <p:nvPr>
            <p:ph type="sldNum" sz="quarter" idx="12"/>
          </p:nvPr>
        </p:nvSpPr>
        <p:spPr/>
        <p:txBody>
          <a:bodyPr/>
          <a:lstStyle>
            <a:lvl1pPr>
              <a:defRPr/>
            </a:lvl1pPr>
          </a:lstStyle>
          <a:p>
            <a:pPr>
              <a:defRPr/>
            </a:pPr>
            <a:fld id="{A7CFDEC4-D782-4DC6-9BAF-688177586206}" type="slidenum">
              <a:rPr lang="en-US"/>
              <a:pPr>
                <a:defRPr/>
              </a:pPr>
              <a:t>‹#›</a:t>
            </a:fld>
            <a:endParaRPr lang="en-US"/>
          </a:p>
        </p:txBody>
      </p:sp>
    </p:spTree>
    <p:extLst>
      <p:ext uri="{BB962C8B-B14F-4D97-AF65-F5344CB8AC3E}">
        <p14:creationId xmlns:p14="http://schemas.microsoft.com/office/powerpoint/2010/main" val="119084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3">
            <a:extLst>
              <a:ext uri="{FF2B5EF4-FFF2-40B4-BE49-F238E27FC236}">
                <a16:creationId xmlns:a16="http://schemas.microsoft.com/office/drawing/2014/main" id="{BA3858DC-D94D-D1CD-CA7C-963920617A28}"/>
              </a:ext>
            </a:extLst>
          </p:cNvPr>
          <p:cNvSpPr>
            <a:spLocks noGrp="1"/>
          </p:cNvSpPr>
          <p:nvPr>
            <p:ph type="dt" sz="half" idx="10"/>
          </p:nvPr>
        </p:nvSpPr>
        <p:spPr/>
        <p:txBody>
          <a:bodyPr/>
          <a:lstStyle>
            <a:lvl1pPr>
              <a:defRPr/>
            </a:lvl1pPr>
          </a:lstStyle>
          <a:p>
            <a:pPr>
              <a:defRPr/>
            </a:pPr>
            <a:fld id="{815A3DA8-154D-4057-8D22-BDF1DEB46A1A}" type="datetime1">
              <a:rPr lang="en-US"/>
              <a:pPr>
                <a:defRPr/>
              </a:pPr>
              <a:t>7/8/2025</a:t>
            </a:fld>
            <a:endParaRPr lang="en-US"/>
          </a:p>
        </p:txBody>
      </p:sp>
      <p:sp>
        <p:nvSpPr>
          <p:cNvPr id="4" name="Footer Placeholder 4">
            <a:extLst>
              <a:ext uri="{FF2B5EF4-FFF2-40B4-BE49-F238E27FC236}">
                <a16:creationId xmlns:a16="http://schemas.microsoft.com/office/drawing/2014/main" id="{33FFE892-202C-CBA1-EBC0-7E8224DF746E}"/>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Slide Number Placeholder 5">
            <a:extLst>
              <a:ext uri="{FF2B5EF4-FFF2-40B4-BE49-F238E27FC236}">
                <a16:creationId xmlns:a16="http://schemas.microsoft.com/office/drawing/2014/main" id="{900D6546-2AF1-2C64-4757-512E5CBD6663}"/>
              </a:ext>
            </a:extLst>
          </p:cNvPr>
          <p:cNvSpPr>
            <a:spLocks noGrp="1"/>
          </p:cNvSpPr>
          <p:nvPr>
            <p:ph type="sldNum" sz="quarter" idx="12"/>
          </p:nvPr>
        </p:nvSpPr>
        <p:spPr/>
        <p:txBody>
          <a:bodyPr/>
          <a:lstStyle>
            <a:lvl1pPr>
              <a:defRPr/>
            </a:lvl1pPr>
          </a:lstStyle>
          <a:p>
            <a:pPr>
              <a:defRPr/>
            </a:pPr>
            <a:fld id="{FEA52374-8C5A-45E9-9364-BD78ADF1E4B2}" type="slidenum">
              <a:rPr lang="en-US"/>
              <a:pPr>
                <a:defRPr/>
              </a:pPr>
              <a:t>‹#›</a:t>
            </a:fld>
            <a:endParaRPr lang="en-US"/>
          </a:p>
        </p:txBody>
      </p:sp>
    </p:spTree>
    <p:extLst>
      <p:ext uri="{BB962C8B-B14F-4D97-AF65-F5344CB8AC3E}">
        <p14:creationId xmlns:p14="http://schemas.microsoft.com/office/powerpoint/2010/main" val="4092196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10A2F2-B5DB-A15E-3F60-8DC5512DE11C}"/>
              </a:ext>
            </a:extLst>
          </p:cNvPr>
          <p:cNvSpPr>
            <a:spLocks noChangeAspect="1"/>
          </p:cNvSpPr>
          <p:nvPr/>
        </p:nvSpPr>
        <p:spPr>
          <a:xfrm>
            <a:off x="8058150" y="600075"/>
            <a:ext cx="3687763" cy="58166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4">
            <a:extLst>
              <a:ext uri="{FF2B5EF4-FFF2-40B4-BE49-F238E27FC236}">
                <a16:creationId xmlns:a16="http://schemas.microsoft.com/office/drawing/2014/main" id="{C051E5DA-B4E2-407E-AFD5-78D730D2BDAA}"/>
              </a:ext>
            </a:extLst>
          </p:cNvPr>
          <p:cNvSpPr/>
          <p:nvPr/>
        </p:nvSpPr>
        <p:spPr>
          <a:xfrm>
            <a:off x="446088" y="457200"/>
            <a:ext cx="3703637" cy="95250"/>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6" name="Rectangle 5">
            <a:extLst>
              <a:ext uri="{FF2B5EF4-FFF2-40B4-BE49-F238E27FC236}">
                <a16:creationId xmlns:a16="http://schemas.microsoft.com/office/drawing/2014/main" id="{854FCF33-014D-B8E8-4AC0-CED1DC3E900B}"/>
              </a:ext>
            </a:extLst>
          </p:cNvPr>
          <p:cNvSpPr/>
          <p:nvPr/>
        </p:nvSpPr>
        <p:spPr>
          <a:xfrm>
            <a:off x="8042275" y="454025"/>
            <a:ext cx="3703638" cy="9842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7" name="Rectangle 6">
            <a:extLst>
              <a:ext uri="{FF2B5EF4-FFF2-40B4-BE49-F238E27FC236}">
                <a16:creationId xmlns:a16="http://schemas.microsoft.com/office/drawing/2014/main" id="{9CD4C8DF-F8E9-67CD-37DE-3F59536CED03}"/>
              </a:ext>
            </a:extLst>
          </p:cNvPr>
          <p:cNvSpPr/>
          <p:nvPr/>
        </p:nvSpPr>
        <p:spPr>
          <a:xfrm>
            <a:off x="4241800" y="457200"/>
            <a:ext cx="3703638" cy="920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10">
            <a:extLst>
              <a:ext uri="{FF2B5EF4-FFF2-40B4-BE49-F238E27FC236}">
                <a16:creationId xmlns:a16="http://schemas.microsoft.com/office/drawing/2014/main" id="{FA2B295B-799C-3AE0-CB76-45E40AD97A5B}"/>
              </a:ext>
            </a:extLst>
          </p:cNvPr>
          <p:cNvSpPr>
            <a:spLocks noGrp="1"/>
          </p:cNvSpPr>
          <p:nvPr>
            <p:ph type="dt" sz="half" idx="10"/>
          </p:nvPr>
        </p:nvSpPr>
        <p:spPr/>
        <p:txBody>
          <a:bodyPr/>
          <a:lstStyle>
            <a:lvl1pPr>
              <a:defRPr/>
            </a:lvl1pPr>
          </a:lstStyle>
          <a:p>
            <a:pPr>
              <a:defRPr/>
            </a:pPr>
            <a:fld id="{B6FDB3E6-CDBF-478F-93EC-768D9CD79767}" type="datetime1">
              <a:rPr lang="en-US"/>
              <a:pPr>
                <a:defRPr/>
              </a:pPr>
              <a:t>7/8/2025</a:t>
            </a:fld>
            <a:endParaRPr lang="en-US"/>
          </a:p>
        </p:txBody>
      </p:sp>
      <p:sp>
        <p:nvSpPr>
          <p:cNvPr id="9" name="Footer Placeholder 11">
            <a:extLst>
              <a:ext uri="{FF2B5EF4-FFF2-40B4-BE49-F238E27FC236}">
                <a16:creationId xmlns:a16="http://schemas.microsoft.com/office/drawing/2014/main" id="{EFC66EC5-81F7-80E3-70B8-6B347C29972E}"/>
              </a:ext>
            </a:extLst>
          </p:cNvPr>
          <p:cNvSpPr>
            <a:spLocks noGrp="1"/>
          </p:cNvSpPr>
          <p:nvPr>
            <p:ph type="ftr" sz="quarter" idx="11"/>
          </p:nvPr>
        </p:nvSpPr>
        <p:spPr>
          <a:xfrm>
            <a:off x="581025" y="6424613"/>
            <a:ext cx="6916738"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10" name="Slide Number Placeholder 12">
            <a:extLst>
              <a:ext uri="{FF2B5EF4-FFF2-40B4-BE49-F238E27FC236}">
                <a16:creationId xmlns:a16="http://schemas.microsoft.com/office/drawing/2014/main" id="{D93689E2-80EB-C42A-47F5-A3E49114BC63}"/>
              </a:ext>
            </a:extLst>
          </p:cNvPr>
          <p:cNvSpPr>
            <a:spLocks noGrp="1"/>
          </p:cNvSpPr>
          <p:nvPr>
            <p:ph type="sldNum" sz="quarter" idx="12"/>
          </p:nvPr>
        </p:nvSpPr>
        <p:spPr/>
        <p:txBody>
          <a:bodyPr/>
          <a:lstStyle>
            <a:lvl1pPr>
              <a:defRPr/>
            </a:lvl1pPr>
          </a:lstStyle>
          <a:p>
            <a:pPr>
              <a:defRPr/>
            </a:pPr>
            <a:fld id="{73EF10A1-C695-47FF-8728-6FF58BEED35E}" type="slidenum">
              <a:rPr lang="en-US"/>
              <a:pPr>
                <a:defRPr/>
              </a:pPr>
              <a:t>‹#›</a:t>
            </a:fld>
            <a:endParaRPr lang="en-US"/>
          </a:p>
        </p:txBody>
      </p:sp>
    </p:spTree>
    <p:extLst>
      <p:ext uri="{BB962C8B-B14F-4D97-AF65-F5344CB8AC3E}">
        <p14:creationId xmlns:p14="http://schemas.microsoft.com/office/powerpoint/2010/main" val="271951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0B62EB-3952-DC94-E117-F4634F67CF62}"/>
              </a:ext>
            </a:extLst>
          </p:cNvPr>
          <p:cNvSpPr>
            <a:spLocks noGrp="1"/>
          </p:cNvSpPr>
          <p:nvPr>
            <p:ph type="title"/>
          </p:nvPr>
        </p:nvSpPr>
        <p:spPr>
          <a:xfrm>
            <a:off x="581025" y="704850"/>
            <a:ext cx="11029950" cy="557213"/>
          </a:xfrm>
          <a:prstGeom prst="rect">
            <a:avLst/>
          </a:prstGeom>
        </p:spPr>
        <p:txBody>
          <a:bodyPr vert="horz" lIns="91440" tIns="45720" rIns="91440" bIns="45720" rtlCol="0" anchor="b">
            <a:normAutofit/>
          </a:bodyPr>
          <a:lstStyle/>
          <a:p>
            <a:r>
              <a:rPr lang="en-US"/>
              <a:t>Click to edit Master title style</a:t>
            </a:r>
          </a:p>
        </p:txBody>
      </p:sp>
      <p:sp>
        <p:nvSpPr>
          <p:cNvPr id="1027" name="Text Placeholder 2">
            <a:extLst>
              <a:ext uri="{FF2B5EF4-FFF2-40B4-BE49-F238E27FC236}">
                <a16:creationId xmlns:a16="http://schemas.microsoft.com/office/drawing/2014/main" id="{C1F90FC1-B173-C02F-B13C-DE8023DEF2F5}"/>
              </a:ext>
            </a:extLst>
          </p:cNvPr>
          <p:cNvSpPr>
            <a:spLocks noGrp="1" noChangeArrowheads="1"/>
          </p:cNvSpPr>
          <p:nvPr>
            <p:ph type="body" idx="1"/>
          </p:nvPr>
        </p:nvSpPr>
        <p:spPr bwMode="auto">
          <a:xfrm>
            <a:off x="581025" y="1414463"/>
            <a:ext cx="11029950" cy="457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89E437D-2309-1AA1-9E13-17D93AB1E4BB}"/>
              </a:ext>
            </a:extLst>
          </p:cNvPr>
          <p:cNvSpPr>
            <a:spLocks noGrp="1"/>
          </p:cNvSpPr>
          <p:nvPr>
            <p:ph type="dt" sz="half" idx="2"/>
          </p:nvPr>
        </p:nvSpPr>
        <p:spPr>
          <a:xfrm>
            <a:off x="7605713" y="6424613"/>
            <a:ext cx="28448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lumMod val="75000"/>
                    <a:lumOff val="25000"/>
                  </a:schemeClr>
                </a:solidFill>
                <a:latin typeface="+mn-lt"/>
              </a:defRPr>
            </a:lvl1pPr>
          </a:lstStyle>
          <a:p>
            <a:pPr>
              <a:defRPr/>
            </a:pPr>
            <a:fld id="{B724C383-204F-4512-B905-2038D9265A41}" type="datetime1">
              <a:rPr lang="en-US"/>
              <a:pPr>
                <a:defRPr/>
              </a:pPr>
              <a:t>7/8/2025</a:t>
            </a:fld>
            <a:endParaRPr lang="en-US"/>
          </a:p>
        </p:txBody>
      </p:sp>
      <p:sp>
        <p:nvSpPr>
          <p:cNvPr id="6" name="Slide Number Placeholder 5">
            <a:extLst>
              <a:ext uri="{FF2B5EF4-FFF2-40B4-BE49-F238E27FC236}">
                <a16:creationId xmlns:a16="http://schemas.microsoft.com/office/drawing/2014/main" id="{789A2C63-1B31-2098-F3C9-BF912318A7A5}"/>
              </a:ext>
            </a:extLst>
          </p:cNvPr>
          <p:cNvSpPr>
            <a:spLocks noGrp="1"/>
          </p:cNvSpPr>
          <p:nvPr>
            <p:ph type="sldNum" sz="quarter" idx="4"/>
          </p:nvPr>
        </p:nvSpPr>
        <p:spPr>
          <a:xfrm>
            <a:off x="10558463" y="6424613"/>
            <a:ext cx="1052512"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lumMod val="75000"/>
                    <a:lumOff val="25000"/>
                  </a:schemeClr>
                </a:solidFill>
                <a:latin typeface="+mn-lt"/>
              </a:defRPr>
            </a:lvl1pPr>
          </a:lstStyle>
          <a:p>
            <a:pPr>
              <a:defRPr/>
            </a:pPr>
            <a:fld id="{2CD00F20-A967-4815-A5BE-42B3F25DE719}" type="slidenum">
              <a:rPr lang="en-US"/>
              <a:pPr>
                <a:defRPr/>
              </a:pPr>
              <a:t>‹#›</a:t>
            </a:fld>
            <a:endParaRPr lang="en-US"/>
          </a:p>
        </p:txBody>
      </p:sp>
      <p:sp>
        <p:nvSpPr>
          <p:cNvPr id="9" name="Rectangle 8">
            <a:extLst>
              <a:ext uri="{FF2B5EF4-FFF2-40B4-BE49-F238E27FC236}">
                <a16:creationId xmlns:a16="http://schemas.microsoft.com/office/drawing/2014/main" id="{8C9092FD-A557-8C01-E0E5-F0647F71EA31}"/>
              </a:ext>
            </a:extLst>
          </p:cNvPr>
          <p:cNvSpPr/>
          <p:nvPr/>
        </p:nvSpPr>
        <p:spPr>
          <a:xfrm>
            <a:off x="446088" y="457200"/>
            <a:ext cx="3703637" cy="952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8A1260FB-B38B-3FD5-CE59-0EBDBDDE3013}"/>
              </a:ext>
            </a:extLst>
          </p:cNvPr>
          <p:cNvSpPr/>
          <p:nvPr/>
        </p:nvSpPr>
        <p:spPr>
          <a:xfrm>
            <a:off x="8042275" y="454025"/>
            <a:ext cx="3703638" cy="9842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DF847C65-8D4E-E0B5-129B-65471F28D959}"/>
              </a:ext>
            </a:extLst>
          </p:cNvPr>
          <p:cNvSpPr/>
          <p:nvPr/>
        </p:nvSpPr>
        <p:spPr>
          <a:xfrm>
            <a:off x="4241800" y="457200"/>
            <a:ext cx="3703638" cy="920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33" name="Picture 7" descr="Logo&#10;&#10;Description automatically generated">
            <a:extLst>
              <a:ext uri="{FF2B5EF4-FFF2-40B4-BE49-F238E27FC236}">
                <a16:creationId xmlns:a16="http://schemas.microsoft.com/office/drawing/2014/main" id="{35F636C2-E36E-8EF5-DE59-D0E749768F6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485438" y="6437313"/>
            <a:ext cx="11255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hf sldNum="0" hdr="0" ftr="0" dt="0"/>
  <p:txStyles>
    <p:titleStyle>
      <a:lvl1pPr algn="l" defTabSz="457200" rtl="0" fontAlgn="base">
        <a:spcBef>
          <a:spcPct val="0"/>
        </a:spcBef>
        <a:spcAft>
          <a:spcPct val="0"/>
        </a:spcAft>
        <a:defRPr sz="2800" kern="1200" cap="all">
          <a:solidFill>
            <a:srgbClr val="404040"/>
          </a:solidFill>
          <a:latin typeface="+mj-lt"/>
          <a:ea typeface="+mj-ea"/>
          <a:cs typeface="+mj-cs"/>
        </a:defRPr>
      </a:lvl1pPr>
      <a:lvl2pPr algn="l" defTabSz="457200" rtl="0" fontAlgn="base">
        <a:spcBef>
          <a:spcPct val="0"/>
        </a:spcBef>
        <a:spcAft>
          <a:spcPct val="0"/>
        </a:spcAft>
        <a:defRPr sz="2800">
          <a:solidFill>
            <a:srgbClr val="404040"/>
          </a:solidFill>
          <a:latin typeface="Franklin Gothic Demi" panose="020B0703020102020204" pitchFamily="34" charset="0"/>
        </a:defRPr>
      </a:lvl2pPr>
      <a:lvl3pPr algn="l" defTabSz="457200" rtl="0" fontAlgn="base">
        <a:spcBef>
          <a:spcPct val="0"/>
        </a:spcBef>
        <a:spcAft>
          <a:spcPct val="0"/>
        </a:spcAft>
        <a:defRPr sz="2800">
          <a:solidFill>
            <a:srgbClr val="404040"/>
          </a:solidFill>
          <a:latin typeface="Franklin Gothic Demi" panose="020B0703020102020204" pitchFamily="34" charset="0"/>
        </a:defRPr>
      </a:lvl3pPr>
      <a:lvl4pPr algn="l" defTabSz="457200" rtl="0" fontAlgn="base">
        <a:spcBef>
          <a:spcPct val="0"/>
        </a:spcBef>
        <a:spcAft>
          <a:spcPct val="0"/>
        </a:spcAft>
        <a:defRPr sz="2800">
          <a:solidFill>
            <a:srgbClr val="404040"/>
          </a:solidFill>
          <a:latin typeface="Franklin Gothic Demi" panose="020B0703020102020204" pitchFamily="34" charset="0"/>
        </a:defRPr>
      </a:lvl4pPr>
      <a:lvl5pPr algn="l" defTabSz="457200" rtl="0" fontAlgn="base">
        <a:spcBef>
          <a:spcPct val="0"/>
        </a:spcBef>
        <a:spcAft>
          <a:spcPct val="0"/>
        </a:spcAft>
        <a:defRPr sz="2800">
          <a:solidFill>
            <a:srgbClr val="404040"/>
          </a:solidFill>
          <a:latin typeface="Franklin Gothic Demi" panose="020B07030201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4800" indent="-304800" algn="l" defTabSz="457200" rtl="0" fontAlgn="base">
        <a:lnSpc>
          <a:spcPct val="110000"/>
        </a:lnSpc>
        <a:spcBef>
          <a:spcPct val="20000"/>
        </a:spcBef>
        <a:spcAft>
          <a:spcPts val="600"/>
        </a:spcAft>
        <a:buClr>
          <a:schemeClr val="accent1"/>
        </a:buClr>
        <a:buSzPct val="92000"/>
        <a:buFont typeface="Wingdings 2" panose="05020102010507070707" pitchFamily="18" charset="2"/>
        <a:buChar char=""/>
        <a:defRPr sz="1700" kern="1200">
          <a:solidFill>
            <a:srgbClr val="404040"/>
          </a:solidFill>
          <a:latin typeface="+mn-lt"/>
          <a:ea typeface="+mn-ea"/>
          <a:cs typeface="+mn-cs"/>
        </a:defRPr>
      </a:lvl1pPr>
      <a:lvl2pPr marL="628650" indent="-304800" algn="l" defTabSz="457200" rtl="0" fontAlgn="base">
        <a:spcBef>
          <a:spcPct val="20000"/>
        </a:spcBef>
        <a:spcAft>
          <a:spcPts val="600"/>
        </a:spcAft>
        <a:buClr>
          <a:schemeClr val="accent1"/>
        </a:buClr>
        <a:buSzPct val="92000"/>
        <a:buFont typeface="Wingdings 2" panose="05020102010507070707" pitchFamily="18" charset="2"/>
        <a:buChar char=""/>
        <a:defRPr sz="1400" kern="1200">
          <a:solidFill>
            <a:srgbClr val="404040"/>
          </a:solidFill>
          <a:latin typeface="+mn-lt"/>
          <a:ea typeface="+mn-ea"/>
          <a:cs typeface="+mn-cs"/>
        </a:defRPr>
      </a:lvl2pPr>
      <a:lvl3pPr marL="898525" indent="-269875" algn="l" defTabSz="457200" rtl="0" fontAlgn="base">
        <a:spcBef>
          <a:spcPct val="20000"/>
        </a:spcBef>
        <a:spcAft>
          <a:spcPts val="600"/>
        </a:spcAft>
        <a:buClr>
          <a:schemeClr val="accent1"/>
        </a:buClr>
        <a:buSzPct val="92000"/>
        <a:buFont typeface="Wingdings 2" panose="05020102010507070707" pitchFamily="18" charset="2"/>
        <a:buChar char=""/>
        <a:defRPr sz="1300" kern="1200">
          <a:solidFill>
            <a:srgbClr val="404040"/>
          </a:solidFill>
          <a:latin typeface="+mn-lt"/>
          <a:ea typeface="+mn-ea"/>
          <a:cs typeface="+mn-cs"/>
        </a:defRPr>
      </a:lvl3pPr>
      <a:lvl4pPr marL="1241425" indent="-233363" algn="l" defTabSz="457200" rtl="0" fontAlgn="base">
        <a:spcBef>
          <a:spcPct val="20000"/>
        </a:spcBef>
        <a:spcAft>
          <a:spcPts val="600"/>
        </a:spcAft>
        <a:buClr>
          <a:schemeClr val="accent1"/>
        </a:buClr>
        <a:buSzPct val="92000"/>
        <a:buFont typeface="Wingdings 2" panose="05020102010507070707" pitchFamily="18" charset="2"/>
        <a:buChar char=""/>
        <a:defRPr sz="1100" kern="1200">
          <a:solidFill>
            <a:srgbClr val="404040"/>
          </a:solidFill>
          <a:latin typeface="+mn-lt"/>
          <a:ea typeface="+mn-ea"/>
          <a:cs typeface="+mn-cs"/>
        </a:defRPr>
      </a:lvl4pPr>
      <a:lvl5pPr marL="1601788" indent="-233363" algn="l" defTabSz="457200" rtl="0" fontAlgn="base">
        <a:spcBef>
          <a:spcPct val="20000"/>
        </a:spcBef>
        <a:spcAft>
          <a:spcPts val="600"/>
        </a:spcAft>
        <a:buClr>
          <a:schemeClr val="accent1"/>
        </a:buClr>
        <a:buSzPct val="92000"/>
        <a:buFont typeface="Wingdings 2" panose="05020102010507070707" pitchFamily="18" charset="2"/>
        <a:buChar char=""/>
        <a:defRPr sz="1100" kern="1200">
          <a:solidFill>
            <a:srgbClr val="404040"/>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rivate.eu-de.ml.cloud.ibm.com/ml/v4/deployments/141b7188-5174-4e9a-8a7a-fbffc34240a7/predictions?version=2021-05-01" TargetMode="External"/><Relationship Id="rId2" Type="http://schemas.openxmlformats.org/officeDocument/2006/relationships/hyperlink" Target="https://eu-de.dataplatform.cloud.ibm.com/analytics/notebooks/v2/d8984a05-d089-4d03-928a-c83cc312d646/view?access_token=3c72dd1d734893b5d84316bb6078d6356c00541c2954284fdc32f1834d84abdb&amp;context=cpdaas" TargetMode="External"/><Relationship Id="rId1" Type="http://schemas.openxmlformats.org/officeDocument/2006/relationships/slideLayout" Target="../slideLayouts/slideLayout2.xml"/><Relationship Id="rId4" Type="http://schemas.openxmlformats.org/officeDocument/2006/relationships/hyperlink" Target="https://eu-de.ml.cloud.ibm.com/ml/v4/deployments/141b7188-5174-4e9a-8a7a-fbffc34240a7/predictions?version=2021-05-01"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CC74-1B38-614B-684F-AF32D2452A12}"/>
              </a:ext>
            </a:extLst>
          </p:cNvPr>
          <p:cNvSpPr>
            <a:spLocks noGrp="1"/>
          </p:cNvSpPr>
          <p:nvPr>
            <p:ph type="ctrTitle"/>
          </p:nvPr>
        </p:nvSpPr>
        <p:spPr>
          <a:xfrm>
            <a:off x="1524553" y="1478515"/>
            <a:ext cx="9144000" cy="977900"/>
          </a:xfrm>
        </p:spPr>
        <p:txBody>
          <a:bodyPr>
            <a:normAutofit fontScale="90000"/>
          </a:bodyPr>
          <a:lstStyle/>
          <a:p>
            <a:pPr algn="ctr" fontAlgn="auto">
              <a:spcAft>
                <a:spcPts val="0"/>
              </a:spcAft>
              <a:defRPr/>
            </a:pPr>
            <a:r>
              <a:rPr lang="en-US" b="1" dirty="0">
                <a:solidFill>
                  <a:schemeClr val="accent1"/>
                </a:solidFill>
                <a:latin typeface="Arial"/>
                <a:cs typeface="Arial"/>
              </a:rPr>
              <a:t>Obesity classification with </a:t>
            </a:r>
            <a:r>
              <a:rPr lang="en-US" b="1" dirty="0" err="1">
                <a:solidFill>
                  <a:schemeClr val="accent1"/>
                </a:solidFill>
                <a:latin typeface="Arial"/>
                <a:cs typeface="Arial"/>
              </a:rPr>
              <a:t>autoai</a:t>
            </a:r>
            <a:endParaRPr lang="en-US" b="1" dirty="0" err="1">
              <a:solidFill>
                <a:schemeClr val="accent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9C3AE81-4221-2065-8DA8-5AFF47985910}"/>
              </a:ext>
            </a:extLst>
          </p:cNvPr>
          <p:cNvSpPr txBox="1"/>
          <p:nvPr/>
        </p:nvSpPr>
        <p:spPr>
          <a:xfrm>
            <a:off x="1931870" y="3813991"/>
            <a:ext cx="8631928" cy="1323439"/>
          </a:xfrm>
          <a:prstGeom prst="rect">
            <a:avLst/>
          </a:prstGeom>
          <a:noFill/>
        </p:spPr>
        <p:txBody>
          <a:bodyPr wrap="square" lIns="91440" tIns="45720" rIns="91440" bIns="45720" anchor="t">
            <a:spAutoFit/>
          </a:bodyPr>
          <a:lstStyle/>
          <a:p>
            <a:pPr eaLnBrk="1" fontAlgn="auto" hangingPunct="1">
              <a:spcBef>
                <a:spcPts val="0"/>
              </a:spcBef>
              <a:spcAft>
                <a:spcPts val="0"/>
              </a:spcAft>
              <a:defRPr/>
            </a:pPr>
            <a:r>
              <a:rPr lang="en-US" sz="2000" b="1" dirty="0">
                <a:solidFill>
                  <a:schemeClr val="accent1">
                    <a:lumMod val="75000"/>
                  </a:schemeClr>
                </a:solidFill>
                <a:latin typeface="Arial"/>
                <a:cs typeface="Arial"/>
              </a:rPr>
              <a:t>Presented By:</a:t>
            </a:r>
          </a:p>
          <a:p>
            <a:pPr eaLnBrk="1" fontAlgn="auto" hangingPunct="1">
              <a:spcBef>
                <a:spcPts val="0"/>
              </a:spcBef>
              <a:spcAft>
                <a:spcPts val="0"/>
              </a:spcAft>
              <a:defRPr/>
            </a:pPr>
            <a:r>
              <a:rPr lang="en-US" sz="2000" b="1" dirty="0">
                <a:solidFill>
                  <a:schemeClr val="accent1">
                    <a:lumMod val="75000"/>
                  </a:schemeClr>
                </a:solidFill>
                <a:latin typeface="Arial"/>
                <a:cs typeface="Arial"/>
              </a:rPr>
              <a:t>1. Student Name-Pratyasha Dutta</a:t>
            </a:r>
          </a:p>
          <a:p>
            <a:pPr>
              <a:spcBef>
                <a:spcPts val="0"/>
              </a:spcBef>
              <a:spcAft>
                <a:spcPts val="0"/>
              </a:spcAft>
              <a:defRPr/>
            </a:pPr>
            <a:r>
              <a:rPr lang="en-US" sz="2000" b="1" dirty="0">
                <a:solidFill>
                  <a:schemeClr val="accent1">
                    <a:lumMod val="75000"/>
                  </a:schemeClr>
                </a:solidFill>
                <a:latin typeface="Arial"/>
                <a:cs typeface="Arial"/>
              </a:rPr>
              <a:t>2. College Name- St Thomas' College of Engineering &amp; Technology</a:t>
            </a:r>
            <a:endParaRPr lang="en-US" dirty="0" err="1">
              <a:solidFill>
                <a:schemeClr val="accent1">
                  <a:lumMod val="75000"/>
                </a:schemeClr>
              </a:solidFill>
              <a:cs typeface="Arial"/>
            </a:endParaRPr>
          </a:p>
          <a:p>
            <a:pPr>
              <a:spcBef>
                <a:spcPts val="0"/>
              </a:spcBef>
              <a:spcAft>
                <a:spcPts val="0"/>
              </a:spcAft>
              <a:defRPr/>
            </a:pPr>
            <a:r>
              <a:rPr lang="en-US" sz="2000" b="1" dirty="0">
                <a:solidFill>
                  <a:schemeClr val="accent1">
                    <a:lumMod val="75000"/>
                  </a:schemeClr>
                </a:solidFill>
                <a:latin typeface="Arial"/>
                <a:cs typeface="Arial"/>
              </a:rPr>
              <a:t>Department- Computer Science and Engineering</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0E55C-4CD1-A8B8-D16D-07B96D104CFC}"/>
              </a:ext>
            </a:extLst>
          </p:cNvPr>
          <p:cNvSpPr>
            <a:spLocks noGrp="1"/>
          </p:cNvSpPr>
          <p:nvPr>
            <p:ph type="title"/>
          </p:nvPr>
        </p:nvSpPr>
        <p:spPr>
          <a:xfrm>
            <a:off x="849313" y="558800"/>
            <a:ext cx="10515600" cy="1325563"/>
          </a:xfrm>
        </p:spPr>
        <p:txBody>
          <a:bodyPr/>
          <a:lstStyle/>
          <a:p>
            <a:pPr fontAlgn="auto">
              <a:spcAft>
                <a:spcPts val="0"/>
              </a:spcAft>
              <a:defRPr/>
            </a:pPr>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0965E7B7-B650-A7D6-6529-4C1CD12AA424}"/>
              </a:ext>
            </a:extLst>
          </p:cNvPr>
          <p:cNvSpPr>
            <a:spLocks noGrp="1"/>
          </p:cNvSpPr>
          <p:nvPr>
            <p:ph idx="1"/>
          </p:nvPr>
        </p:nvSpPr>
        <p:spPr>
          <a:xfrm>
            <a:off x="838200" y="1619250"/>
            <a:ext cx="11018838" cy="5238750"/>
          </a:xfrm>
        </p:spPr>
        <p:txBody>
          <a:bodyPr anchor="t">
            <a:noAutofit/>
          </a:bodyPr>
          <a:lstStyle/>
          <a:p>
            <a:pPr marL="0" indent="0">
              <a:buFont typeface="Wingdings 2" panose="05020102010507070707" pitchFamily="18" charset="2"/>
              <a:buNone/>
            </a:pPr>
            <a:r>
              <a:rPr lang="en-US" altLang="en-US" sz="2000" b="1">
                <a:latin typeface="Arial" panose="020B0604020202020204" pitchFamily="34" charset="0"/>
                <a:ea typeface="Franklin Gothic Book" panose="020B0503020102020204" pitchFamily="34" charset="0"/>
                <a:cs typeface="Arial" panose="020B0604020202020204" pitchFamily="34" charset="0"/>
              </a:rPr>
              <a:t>  </a:t>
            </a:r>
            <a:endParaRPr lang="en-US" altLang="en-US">
              <a:latin typeface="Arial" panose="020B0604020202020204" pitchFamily="34" charset="0"/>
              <a:ea typeface="Franklin Gothic Book" panose="020B0503020102020204" pitchFamily="34" charset="0"/>
              <a:cs typeface="Arial" panose="020B0604020202020204" pitchFamily="34" charset="0"/>
            </a:endParaRPr>
          </a:p>
          <a:p>
            <a:pPr marL="0" indent="0"/>
            <a:r>
              <a:rPr lang="en-US" altLang="en-US" sz="2000" b="1">
                <a:latin typeface="Arial" panose="020B0604020202020204" pitchFamily="34" charset="0"/>
                <a:ea typeface="Franklin Gothic Book" panose="020B0503020102020204" pitchFamily="34" charset="0"/>
                <a:cs typeface="Arial" panose="020B0604020202020204" pitchFamily="34" charset="0"/>
              </a:rPr>
              <a:t>Problem Statement </a:t>
            </a:r>
            <a:r>
              <a:rPr lang="en-US" altLang="en-US" sz="2000">
                <a:latin typeface="Arial" panose="020B0604020202020204" pitchFamily="34" charset="0"/>
                <a:ea typeface="Franklin Gothic Book" panose="020B0503020102020204" pitchFamily="34" charset="0"/>
                <a:cs typeface="Arial" panose="020B0604020202020204" pitchFamily="34" charset="0"/>
              </a:rPr>
              <a:t>(Should not include solution)</a:t>
            </a:r>
            <a:endParaRPr lang="en-US" altLang="en-US">
              <a:latin typeface="Arial" panose="020B0604020202020204" pitchFamily="34" charset="0"/>
              <a:cs typeface="Arial" panose="020B0604020202020204" pitchFamily="34" charset="0"/>
            </a:endParaRP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Proposed System/Solution</a:t>
            </a:r>
            <a:endParaRPr lang="en-US" altLang="en-US">
              <a:latin typeface="Arial" panose="020B0604020202020204" pitchFamily="34" charset="0"/>
              <a:cs typeface="Arial" panose="020B0604020202020204" pitchFamily="34" charset="0"/>
            </a:endParaRP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System Development Approach </a:t>
            </a:r>
            <a:r>
              <a:rPr lang="en-US" altLang="en-US" sz="2000">
                <a:latin typeface="Arial" panose="020B0604020202020204" pitchFamily="34" charset="0"/>
                <a:ea typeface="Franklin Gothic Book" panose="020B0503020102020204" pitchFamily="34" charset="0"/>
                <a:cs typeface="Franklin Gothic Book" panose="020B0503020102020204" pitchFamily="34" charset="0"/>
              </a:rPr>
              <a:t>(Technology Used) </a:t>
            </a:r>
            <a:endParaRPr lang="en-US" altLang="en-US">
              <a:latin typeface="Arial" panose="020B0604020202020204" pitchFamily="34" charset="0"/>
              <a:ea typeface="Franklin Gothic Book" panose="020B0503020102020204" pitchFamily="34" charset="0"/>
              <a:cs typeface="Franklin Gothic Book" panose="020B0503020102020204" pitchFamily="34" charset="0"/>
            </a:endParaRP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Algorithm &amp; Deployment  </a:t>
            </a:r>
            <a:endParaRPr lang="en-US" altLang="en-US">
              <a:latin typeface="Arial" panose="020B0604020202020204" pitchFamily="34" charset="0"/>
              <a:cs typeface="Calibri" panose="020F0502020204030204" pitchFamily="34" charset="0"/>
            </a:endParaRP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Result</a:t>
            </a: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Conclusion</a:t>
            </a:r>
            <a:endParaRPr lang="en-US" altLang="en-US">
              <a:latin typeface="Arial" panose="020B0604020202020204" pitchFamily="34" charset="0"/>
              <a:cs typeface="Arial" panose="020B0604020202020204" pitchFamily="34" charset="0"/>
            </a:endParaRP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Future Scope</a:t>
            </a:r>
          </a:p>
          <a:p>
            <a:pPr marL="0" indent="0"/>
            <a:r>
              <a:rPr lang="en-US" altLang="en-US" sz="2000" b="1">
                <a:latin typeface="Arial" panose="020B0604020202020204" pitchFamily="34" charset="0"/>
                <a:ea typeface="Franklin Gothic Book" panose="020B0503020102020204" pitchFamily="34" charset="0"/>
                <a:cs typeface="Franklin Gothic Book" panose="020B0503020102020204" pitchFamily="34" charset="0"/>
              </a:rPr>
              <a:t>References</a:t>
            </a:r>
            <a:endParaRPr lang="en-US" altLang="en-US">
              <a:latin typeface="Arial" panose="020B0604020202020204" pitchFamily="34" charset="0"/>
              <a:cs typeface="Arial" panose="020B0604020202020204" pitchFamily="34" charset="0"/>
            </a:endParaRPr>
          </a:p>
          <a:p>
            <a:pPr marL="0" indent="0"/>
            <a:endParaRPr lang="en-US" altLang="en-US">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EB2B92-254C-3945-AB25-20D4D697230A}"/>
              </a:ext>
            </a:extLst>
          </p:cNvPr>
          <p:cNvSpPr>
            <a:spLocks noGrp="1"/>
          </p:cNvSpPr>
          <p:nvPr>
            <p:ph type="title"/>
          </p:nvPr>
        </p:nvSpPr>
        <p:spPr>
          <a:xfrm>
            <a:off x="581025" y="701675"/>
            <a:ext cx="11029950" cy="530225"/>
          </a:xfrm>
        </p:spPr>
        <p:txBody>
          <a:bodyPr>
            <a:normAutofit fontScale="90000"/>
          </a:bodyPr>
          <a:lstStyle/>
          <a:p>
            <a:pPr fontAlgn="auto">
              <a:spcAft>
                <a:spcPts val="0"/>
              </a:spcAft>
              <a:defRPr/>
            </a:pPr>
            <a:r>
              <a:rPr lang="en-US" sz="4400" b="1">
                <a:solidFill>
                  <a:schemeClr val="accent1"/>
                </a:solidFill>
                <a:latin typeface="Arial" panose="020B0604020202020204" pitchFamily="34" charset="0"/>
                <a:cs typeface="Arial" panose="020B0604020202020204" pitchFamily="34" charset="0"/>
              </a:rPr>
              <a:t>Problem Statement</a:t>
            </a:r>
            <a:endParaRPr lang="en-US" sz="4400">
              <a:solidFill>
                <a:schemeClr val="tx1">
                  <a:lumMod val="75000"/>
                  <a:lumOff val="25000"/>
                </a:schemeClr>
              </a:solidFill>
            </a:endParaRPr>
          </a:p>
        </p:txBody>
      </p:sp>
      <p:sp>
        <p:nvSpPr>
          <p:cNvPr id="2" name="Content Placeholder 1">
            <a:extLst>
              <a:ext uri="{FF2B5EF4-FFF2-40B4-BE49-F238E27FC236}">
                <a16:creationId xmlns:a16="http://schemas.microsoft.com/office/drawing/2014/main" id="{94D4C872-28A0-3E43-7A2C-750729683805}"/>
              </a:ext>
            </a:extLst>
          </p:cNvPr>
          <p:cNvSpPr>
            <a:spLocks noGrp="1"/>
          </p:cNvSpPr>
          <p:nvPr>
            <p:ph idx="1"/>
          </p:nvPr>
        </p:nvSpPr>
        <p:spPr>
          <a:xfrm>
            <a:off x="452438" y="1238250"/>
            <a:ext cx="11184409" cy="4672013"/>
          </a:xfrm>
        </p:spPr>
        <p:txBody>
          <a:bodyPr rtlCol="0">
            <a:normAutofit/>
          </a:bodyPr>
          <a:lstStyle/>
          <a:p>
            <a:pPr marL="0" indent="0">
              <a:buNone/>
              <a:defRPr/>
            </a:pPr>
            <a:r>
              <a:rPr lang="en-IN" sz="2800" dirty="0">
                <a:solidFill>
                  <a:srgbClr val="0F0F0F"/>
                </a:solidFill>
                <a:ea typeface="+mn-lt"/>
                <a:cs typeface="+mn-lt"/>
              </a:rPr>
              <a:t>Obesity classification is a method of categorizing individuals based on their body mass index (BMI) and other health factors. It typically includes categories like underweight, normal weight, overweight, and various classes of obesity. This classification helps healthcare professionals assess health risks, plan interventions, and track population health trends. It's a crucial tool in addressing the global obesity epidemic.</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455094-D74F-C859-288A-B60090E45FDA}"/>
              </a:ext>
            </a:extLst>
          </p:cNvPr>
          <p:cNvSpPr>
            <a:spLocks noGrp="1"/>
          </p:cNvSpPr>
          <p:nvPr>
            <p:ph type="title"/>
          </p:nvPr>
        </p:nvSpPr>
        <p:spPr>
          <a:xfrm>
            <a:off x="581025" y="701675"/>
            <a:ext cx="11029950" cy="530225"/>
          </a:xfrm>
        </p:spPr>
        <p:txBody>
          <a:bodyPr>
            <a:normAutofit fontScale="90000"/>
          </a:bodyPr>
          <a:lstStyle/>
          <a:p>
            <a:pPr fontAlgn="auto">
              <a:spcAft>
                <a:spcPts val="0"/>
              </a:spcAft>
              <a:defRPr/>
            </a:pPr>
            <a:r>
              <a:rPr lang="en-US" sz="4400" b="1">
                <a:solidFill>
                  <a:schemeClr val="accent1"/>
                </a:solidFill>
                <a:latin typeface="Arial" panose="020B0604020202020204" pitchFamily="34" charset="0"/>
                <a:cs typeface="Arial" panose="020B0604020202020204" pitchFamily="34" charset="0"/>
              </a:rPr>
              <a:t>Proposed Solution</a:t>
            </a:r>
            <a:endParaRPr lang="en-US" sz="4400">
              <a:solidFill>
                <a:schemeClr val="tx1">
                  <a:lumMod val="75000"/>
                  <a:lumOff val="25000"/>
                </a:schemeClr>
              </a:solidFill>
            </a:endParaRPr>
          </a:p>
        </p:txBody>
      </p:sp>
      <p:sp>
        <p:nvSpPr>
          <p:cNvPr id="2" name="Content Placeholder 1">
            <a:extLst>
              <a:ext uri="{FF2B5EF4-FFF2-40B4-BE49-F238E27FC236}">
                <a16:creationId xmlns:a16="http://schemas.microsoft.com/office/drawing/2014/main" id="{7513FD80-D552-2624-23C8-3EB863DDB7ED}"/>
              </a:ext>
            </a:extLst>
          </p:cNvPr>
          <p:cNvSpPr>
            <a:spLocks noGrp="1"/>
          </p:cNvSpPr>
          <p:nvPr>
            <p:ph idx="1"/>
          </p:nvPr>
        </p:nvSpPr>
        <p:spPr>
          <a:xfrm>
            <a:off x="441325" y="1344870"/>
            <a:ext cx="11614150" cy="5306755"/>
          </a:xfrm>
        </p:spPr>
        <p:txBody>
          <a:bodyPr rtlCol="0">
            <a:noAutofit/>
          </a:bodyPr>
          <a:lstStyle/>
          <a:p>
            <a:pPr marL="305435" indent="-305435" fontAlgn="auto">
              <a:defRPr/>
            </a:pPr>
            <a:r>
              <a:rPr lang="en-IN" sz="1600" b="1" dirty="0">
                <a:solidFill>
                  <a:schemeClr val="tx1">
                    <a:lumMod val="75000"/>
                    <a:lumOff val="25000"/>
                  </a:schemeClr>
                </a:solidFill>
                <a:latin typeface="Calibri"/>
                <a:ea typeface="+mn-lt"/>
                <a:cs typeface="+mn-lt"/>
              </a:rPr>
              <a:t>Here's a proposed solution for an obesity classification where the task is to label the person(underweight, obese or normal weight) based on some criteria: </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1. Data Preparation: - Collect and clean your obesity dataset. </a:t>
            </a:r>
            <a:endParaRPr lang="en-IN" sz="1600" b="1">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Upload the dataset to IBM Cloud Storage. </a:t>
            </a:r>
            <a:endParaRPr lang="en-IN" sz="1600" b="1">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2. </a:t>
            </a:r>
            <a:r>
              <a:rPr lang="en-IN" sz="1600" b="1" err="1">
                <a:solidFill>
                  <a:schemeClr val="tx1">
                    <a:lumMod val="75000"/>
                    <a:lumOff val="25000"/>
                  </a:schemeClr>
                </a:solidFill>
                <a:latin typeface="Calibri"/>
                <a:ea typeface="+mn-lt"/>
                <a:cs typeface="+mn-lt"/>
              </a:rPr>
              <a:t>AutoAI</a:t>
            </a:r>
            <a:r>
              <a:rPr lang="en-IN" sz="1600" b="1" dirty="0">
                <a:solidFill>
                  <a:schemeClr val="tx1">
                    <a:lumMod val="75000"/>
                    <a:lumOff val="25000"/>
                  </a:schemeClr>
                </a:solidFill>
                <a:latin typeface="Calibri"/>
                <a:ea typeface="+mn-lt"/>
                <a:cs typeface="+mn-lt"/>
              </a:rPr>
              <a:t> Setup: - Create a new </a:t>
            </a:r>
            <a:r>
              <a:rPr lang="en-IN" sz="1600" b="1" err="1">
                <a:solidFill>
                  <a:schemeClr val="tx1">
                    <a:lumMod val="75000"/>
                    <a:lumOff val="25000"/>
                  </a:schemeClr>
                </a:solidFill>
                <a:latin typeface="Calibri"/>
                <a:ea typeface="+mn-lt"/>
                <a:cs typeface="+mn-lt"/>
              </a:rPr>
              <a:t>AutoAI</a:t>
            </a:r>
            <a:r>
              <a:rPr lang="en-IN" sz="1600" b="1" dirty="0">
                <a:solidFill>
                  <a:schemeClr val="tx1">
                    <a:lumMod val="75000"/>
                    <a:lumOff val="25000"/>
                  </a:schemeClr>
                </a:solidFill>
                <a:latin typeface="Calibri"/>
                <a:ea typeface="+mn-lt"/>
                <a:cs typeface="+mn-lt"/>
              </a:rPr>
              <a:t> experiment in IBM Watson Studio.</a:t>
            </a:r>
            <a:endParaRPr lang="en-IN" sz="1600" b="1">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Select the uploaded dataset as the source.</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Choose the target variable (obesity classification). </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3. </a:t>
            </a:r>
            <a:r>
              <a:rPr lang="en-IN" sz="1600" b="1" err="1">
                <a:solidFill>
                  <a:schemeClr val="tx1">
                    <a:lumMod val="75000"/>
                    <a:lumOff val="25000"/>
                  </a:schemeClr>
                </a:solidFill>
                <a:latin typeface="Calibri"/>
                <a:ea typeface="+mn-lt"/>
                <a:cs typeface="+mn-lt"/>
              </a:rPr>
              <a:t>AutoAI</a:t>
            </a:r>
            <a:r>
              <a:rPr lang="en-IN" sz="1600" b="1" dirty="0">
                <a:solidFill>
                  <a:schemeClr val="tx1">
                    <a:lumMod val="75000"/>
                    <a:lumOff val="25000"/>
                  </a:schemeClr>
                </a:solidFill>
                <a:latin typeface="Calibri"/>
                <a:ea typeface="+mn-lt"/>
                <a:cs typeface="+mn-lt"/>
              </a:rPr>
              <a:t> Configuration: - Set the problem type to multiclass classification.</a:t>
            </a:r>
            <a:endParaRPr lang="en-IN" sz="1600" b="1">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Select relevant features for the model. </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Configure experiment settings (e.g., runtime, optimization metric).</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4. Run </a:t>
            </a:r>
            <a:r>
              <a:rPr lang="en-IN" sz="1600" b="1" err="1">
                <a:solidFill>
                  <a:schemeClr val="tx1">
                    <a:lumMod val="75000"/>
                    <a:lumOff val="25000"/>
                  </a:schemeClr>
                </a:solidFill>
                <a:latin typeface="Calibri"/>
                <a:ea typeface="+mn-lt"/>
                <a:cs typeface="+mn-lt"/>
              </a:rPr>
              <a:t>AutoAI</a:t>
            </a:r>
            <a:r>
              <a:rPr lang="en-IN" sz="1600" b="1" dirty="0">
                <a:solidFill>
                  <a:schemeClr val="tx1">
                    <a:lumMod val="75000"/>
                    <a:lumOff val="25000"/>
                  </a:schemeClr>
                </a:solidFill>
                <a:latin typeface="Calibri"/>
                <a:ea typeface="+mn-lt"/>
                <a:cs typeface="+mn-lt"/>
              </a:rPr>
              <a:t>: - Start the </a:t>
            </a:r>
            <a:r>
              <a:rPr lang="en-IN" sz="1600" b="1" err="1">
                <a:solidFill>
                  <a:schemeClr val="tx1">
                    <a:lumMod val="75000"/>
                    <a:lumOff val="25000"/>
                  </a:schemeClr>
                </a:solidFill>
                <a:latin typeface="Calibri"/>
                <a:ea typeface="+mn-lt"/>
                <a:cs typeface="+mn-lt"/>
              </a:rPr>
              <a:t>AutoAI</a:t>
            </a:r>
            <a:r>
              <a:rPr lang="en-IN" sz="1600" b="1" dirty="0">
                <a:solidFill>
                  <a:schemeClr val="tx1">
                    <a:lumMod val="75000"/>
                    <a:lumOff val="25000"/>
                  </a:schemeClr>
                </a:solidFill>
                <a:latin typeface="Calibri"/>
                <a:ea typeface="+mn-lt"/>
                <a:cs typeface="+mn-lt"/>
              </a:rPr>
              <a:t> process to automatically: - Preprocess data </a:t>
            </a:r>
            <a:endParaRPr lang="en-IN" sz="1600" b="1">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Select algorithms</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Perform feature engineering </a:t>
            </a:r>
            <a:endParaRPr lang="en-IN" sz="1600" b="1" dirty="0">
              <a:solidFill>
                <a:schemeClr val="tx1">
                  <a:lumMod val="75000"/>
                  <a:lumOff val="25000"/>
                </a:schemeClr>
              </a:solidFill>
              <a:latin typeface="Calibri"/>
              <a:ea typeface="+mn-lt"/>
              <a:cs typeface="Calibri"/>
            </a:endParaRPr>
          </a:p>
          <a:p>
            <a:pPr marL="0" indent="0">
              <a:buNone/>
              <a:defRPr/>
            </a:pPr>
            <a:r>
              <a:rPr lang="en-IN" sz="1600" b="1" dirty="0">
                <a:solidFill>
                  <a:schemeClr val="tx1">
                    <a:lumMod val="75000"/>
                    <a:lumOff val="25000"/>
                  </a:schemeClr>
                </a:solidFill>
                <a:latin typeface="Calibri"/>
                <a:ea typeface="+mn-lt"/>
                <a:cs typeface="+mn-lt"/>
              </a:rPr>
              <a:t>                                                                                                              - Optimize hyperparameters </a:t>
            </a:r>
            <a:endParaRPr lang="en-IN" sz="1600" b="1" dirty="0">
              <a:solidFill>
                <a:schemeClr val="tx1">
                  <a:lumMod val="75000"/>
                  <a:lumOff val="25000"/>
                </a:schemeClr>
              </a:solidFill>
              <a:latin typeface="Calibri"/>
              <a:ea typeface="+mn-lt"/>
              <a:cs typeface="Calibri"/>
            </a:endParaRPr>
          </a:p>
          <a:p>
            <a:pPr marL="0" indent="0">
              <a:buNone/>
              <a:defRPr/>
            </a:pPr>
            <a:endParaRPr lang="en-IN" sz="1600" b="1" dirty="0">
              <a:solidFill>
                <a:schemeClr val="tx1">
                  <a:lumMod val="75000"/>
                  <a:lumOff val="25000"/>
                </a:schemeClr>
              </a:solidFill>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ABCE1-5412-4CC7-A4AB-D16EEEDAD311}"/>
              </a:ext>
            </a:extLst>
          </p:cNvPr>
          <p:cNvSpPr>
            <a:spLocks noGrp="1"/>
          </p:cNvSpPr>
          <p:nvPr>
            <p:ph idx="1"/>
          </p:nvPr>
        </p:nvSpPr>
        <p:spPr/>
        <p:txBody>
          <a:bodyPr/>
          <a:lstStyle/>
          <a:p>
            <a:pPr marL="0" indent="0">
              <a:buNone/>
            </a:pPr>
            <a:r>
              <a:rPr lang="en-IN" sz="1800" b="1" dirty="0">
                <a:solidFill>
                  <a:schemeClr val="tx1">
                    <a:lumMod val="75000"/>
                    <a:lumOff val="25000"/>
                  </a:schemeClr>
                </a:solidFill>
                <a:latin typeface="Calibri"/>
                <a:cs typeface="Calibri"/>
              </a:rPr>
              <a:t>5. Model Comparison: - Review generated model pipelines. </a:t>
            </a:r>
            <a:endParaRPr lang="en-IN" sz="1800" dirty="0">
              <a:solidFill>
                <a:schemeClr val="tx1">
                  <a:lumMod val="75000"/>
                  <a:lumOff val="25000"/>
                </a:schemeClr>
              </a:solidFill>
              <a:latin typeface="Calibri"/>
              <a:cs typeface="Calibri"/>
            </a:endParaRPr>
          </a:p>
          <a:p>
            <a:pPr marL="0" indent="0">
              <a:buNone/>
            </a:pPr>
            <a:r>
              <a:rPr lang="en-IN" sz="1800" b="1" dirty="0">
                <a:solidFill>
                  <a:schemeClr val="tx1">
                    <a:lumMod val="75000"/>
                    <a:lumOff val="25000"/>
                  </a:schemeClr>
                </a:solidFill>
                <a:latin typeface="Calibri"/>
                <a:cs typeface="Calibri"/>
              </a:rPr>
              <a:t>                                          - Compare performance metrics across models.</a:t>
            </a:r>
            <a:endParaRPr lang="en-IN" sz="1800" dirty="0">
              <a:solidFill>
                <a:schemeClr val="tx1">
                  <a:lumMod val="75000"/>
                  <a:lumOff val="25000"/>
                </a:schemeClr>
              </a:solidFill>
              <a:latin typeface="Calibri"/>
              <a:cs typeface="Calibri"/>
            </a:endParaRPr>
          </a:p>
          <a:p>
            <a:pPr marL="0" indent="0">
              <a:buNone/>
            </a:pPr>
            <a:r>
              <a:rPr lang="en-IN" sz="1800" b="1" dirty="0">
                <a:solidFill>
                  <a:schemeClr val="tx1">
                    <a:lumMod val="75000"/>
                    <a:lumOff val="25000"/>
                  </a:schemeClr>
                </a:solidFill>
                <a:latin typeface="Calibri"/>
                <a:cs typeface="Calibri"/>
              </a:rPr>
              <a:t> 6. Model Selection: - Choose the best-performing model based on metrics like accuracy, F1-score. </a:t>
            </a:r>
            <a:endParaRPr lang="en-IN" sz="1800">
              <a:solidFill>
                <a:schemeClr val="tx1">
                  <a:lumMod val="75000"/>
                  <a:lumOff val="25000"/>
                </a:schemeClr>
              </a:solidFill>
              <a:latin typeface="Calibri"/>
              <a:cs typeface="Calibri"/>
            </a:endParaRPr>
          </a:p>
          <a:p>
            <a:pPr marL="0" indent="0">
              <a:buNone/>
            </a:pPr>
            <a:r>
              <a:rPr lang="en-IN" sz="1800" b="1" dirty="0">
                <a:solidFill>
                  <a:schemeClr val="tx1">
                    <a:lumMod val="75000"/>
                    <a:lumOff val="25000"/>
                  </a:schemeClr>
                </a:solidFill>
                <a:latin typeface="Calibri"/>
                <a:cs typeface="Calibri"/>
              </a:rPr>
              <a:t>7. Model Deployment: - Deploy the selected model as a web service on IBM Cloud.</a:t>
            </a:r>
            <a:endParaRPr lang="en-IN" sz="1800" dirty="0">
              <a:solidFill>
                <a:schemeClr val="tx1">
                  <a:lumMod val="75000"/>
                  <a:lumOff val="25000"/>
                </a:schemeClr>
              </a:solidFill>
              <a:latin typeface="Calibri"/>
              <a:cs typeface="Calibri"/>
            </a:endParaRPr>
          </a:p>
          <a:p>
            <a:pPr marL="0" indent="0">
              <a:buNone/>
            </a:pPr>
            <a:r>
              <a:rPr lang="en-IN" sz="1800" b="1" dirty="0">
                <a:solidFill>
                  <a:schemeClr val="tx1">
                    <a:lumMod val="75000"/>
                    <a:lumOff val="25000"/>
                  </a:schemeClr>
                </a:solidFill>
                <a:latin typeface="Calibri"/>
                <a:cs typeface="Calibri"/>
              </a:rPr>
              <a:t> 8. Integration: - Use the deployed model's API in your application or healthcare system.</a:t>
            </a:r>
            <a:endParaRPr lang="en-IN" sz="1800" dirty="0">
              <a:solidFill>
                <a:schemeClr val="tx1">
                  <a:lumMod val="75000"/>
                  <a:lumOff val="25000"/>
                </a:schemeClr>
              </a:solidFill>
              <a:latin typeface="Calibri"/>
              <a:cs typeface="Calibri"/>
            </a:endParaRPr>
          </a:p>
          <a:p>
            <a:pPr marL="0" indent="0">
              <a:buNone/>
            </a:pPr>
            <a:r>
              <a:rPr lang="en-IN" sz="1800" b="1" dirty="0">
                <a:solidFill>
                  <a:schemeClr val="tx1">
                    <a:lumMod val="75000"/>
                    <a:lumOff val="25000"/>
                  </a:schemeClr>
                </a:solidFill>
                <a:latin typeface="Calibri"/>
                <a:cs typeface="Calibri"/>
              </a:rPr>
              <a:t> 9. Monitoring: - Set up performance monitoring for the deployed model. </a:t>
            </a:r>
          </a:p>
          <a:p>
            <a:pPr marL="0" indent="0">
              <a:buNone/>
            </a:pPr>
            <a:endParaRPr lang="en-IN" sz="2000" b="1" dirty="0">
              <a:solidFill>
                <a:schemeClr val="tx1">
                  <a:lumMod val="75000"/>
                  <a:lumOff val="25000"/>
                </a:schemeClr>
              </a:solidFill>
              <a:latin typeface="Calibri"/>
              <a:cs typeface="Calibri"/>
            </a:endParaRPr>
          </a:p>
          <a:p>
            <a:pPr marL="0" indent="0">
              <a:buNone/>
            </a:pPr>
            <a:r>
              <a:rPr lang="en-IN" sz="2000" b="1" dirty="0">
                <a:solidFill>
                  <a:schemeClr val="tx1">
                    <a:lumMod val="75000"/>
                    <a:lumOff val="25000"/>
                  </a:schemeClr>
                </a:solidFill>
                <a:latin typeface="Calibri"/>
                <a:cs typeface="Calibri"/>
              </a:rPr>
              <a:t>This approach leverages </a:t>
            </a:r>
            <a:r>
              <a:rPr lang="en-IN" sz="2000" b="1" dirty="0" err="1">
                <a:solidFill>
                  <a:schemeClr val="tx1">
                    <a:lumMod val="75000"/>
                    <a:lumOff val="25000"/>
                  </a:schemeClr>
                </a:solidFill>
                <a:latin typeface="Calibri"/>
                <a:cs typeface="Calibri"/>
              </a:rPr>
              <a:t>AutoAI's</a:t>
            </a:r>
            <a:r>
              <a:rPr lang="en-IN" sz="2000" b="1" dirty="0">
                <a:solidFill>
                  <a:schemeClr val="tx1">
                    <a:lumMod val="75000"/>
                    <a:lumOff val="25000"/>
                  </a:schemeClr>
                </a:solidFill>
                <a:latin typeface="Calibri"/>
                <a:cs typeface="Calibri"/>
              </a:rPr>
              <a:t> capabilities to automate much of the machine learning pipeline, potentially saving time and resources in model development. </a:t>
            </a:r>
            <a:endParaRPr lang="en-IN" sz="2000">
              <a:solidFill>
                <a:schemeClr val="tx1">
                  <a:lumMod val="75000"/>
                  <a:lumOff val="25000"/>
                </a:schemeClr>
              </a:solidFill>
            </a:endParaRPr>
          </a:p>
        </p:txBody>
      </p:sp>
      <p:sp>
        <p:nvSpPr>
          <p:cNvPr id="6" name="TextBox 5">
            <a:extLst>
              <a:ext uri="{FF2B5EF4-FFF2-40B4-BE49-F238E27FC236}">
                <a16:creationId xmlns:a16="http://schemas.microsoft.com/office/drawing/2014/main" id="{10274BC8-31E2-6B2B-E969-4CC3530E3F00}"/>
              </a:ext>
            </a:extLst>
          </p:cNvPr>
          <p:cNvSpPr txBox="1"/>
          <p:nvPr/>
        </p:nvSpPr>
        <p:spPr>
          <a:xfrm>
            <a:off x="584887" y="595184"/>
            <a:ext cx="675914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cap="all" dirty="0">
                <a:solidFill>
                  <a:srgbClr val="1CADE4"/>
                </a:solidFill>
                <a:latin typeface="Arial"/>
                <a:cs typeface="Arial"/>
              </a:rPr>
              <a:t>Proposed Solution</a:t>
            </a:r>
            <a:endParaRPr lang="en-US" sz="4000" dirty="0"/>
          </a:p>
        </p:txBody>
      </p:sp>
    </p:spTree>
    <p:extLst>
      <p:ext uri="{BB962C8B-B14F-4D97-AF65-F5344CB8AC3E}">
        <p14:creationId xmlns:p14="http://schemas.microsoft.com/office/powerpoint/2010/main" val="630798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5D935F-8935-9383-B3C8-BBA093CB759A}"/>
              </a:ext>
            </a:extLst>
          </p:cNvPr>
          <p:cNvSpPr>
            <a:spLocks noGrp="1"/>
          </p:cNvSpPr>
          <p:nvPr>
            <p:ph type="title"/>
          </p:nvPr>
        </p:nvSpPr>
        <p:spPr>
          <a:xfrm>
            <a:off x="581025" y="661988"/>
            <a:ext cx="11029950" cy="530225"/>
          </a:xfrm>
        </p:spPr>
        <p:txBody>
          <a:bodyPr wrap="square" numCol="1" anchorCtr="0" compatLnSpc="1">
            <a:prstTxWarp prst="textNoShape">
              <a:avLst/>
            </a:prstTxWarp>
          </a:bodyPr>
          <a:lstStyle/>
          <a:p>
            <a:r>
              <a:rPr lang="en-US" altLang="en-US" sz="4000" b="1" cap="none">
                <a:solidFill>
                  <a:schemeClr val="accent1"/>
                </a:solidFill>
                <a:latin typeface="Arial" panose="020B0604020202020204" pitchFamily="34" charset="0"/>
                <a:ea typeface="Franklin Gothic Demi" panose="020B0703020102020204" pitchFamily="34" charset="0"/>
                <a:cs typeface="Arial" panose="020B0604020202020204" pitchFamily="34" charset="0"/>
              </a:rPr>
              <a:t>SYSTEM  APPROACH</a:t>
            </a:r>
            <a:endParaRPr lang="en-US" altLang="en-US" sz="4000" cap="none">
              <a:solidFill>
                <a:schemeClr val="accent1"/>
              </a:solidFill>
              <a:latin typeface="Calibri Light" panose="020F0302020204030204" pitchFamily="34" charset="0"/>
              <a:ea typeface="Franklin Gothic Demi" panose="020B0703020102020204" pitchFamily="34" charset="0"/>
              <a:cs typeface="Calibri Light" panose="020F0302020204030204" pitchFamily="34" charset="0"/>
            </a:endParaRPr>
          </a:p>
        </p:txBody>
      </p:sp>
      <p:sp>
        <p:nvSpPr>
          <p:cNvPr id="2" name="Content Placeholder 1">
            <a:extLst>
              <a:ext uri="{FF2B5EF4-FFF2-40B4-BE49-F238E27FC236}">
                <a16:creationId xmlns:a16="http://schemas.microsoft.com/office/drawing/2014/main" id="{CC4AA696-5AC3-9BE4-A841-7DE98C3A68D7}"/>
              </a:ext>
            </a:extLst>
          </p:cNvPr>
          <p:cNvSpPr>
            <a:spLocks noGrp="1"/>
          </p:cNvSpPr>
          <p:nvPr>
            <p:ph idx="1"/>
          </p:nvPr>
        </p:nvSpPr>
        <p:spPr>
          <a:xfrm>
            <a:off x="447161" y="2712480"/>
            <a:ext cx="11163814" cy="4673600"/>
          </a:xfrm>
        </p:spPr>
        <p:txBody>
          <a:bodyPr vert="horz" wrap="square" lIns="91440" tIns="45720" rIns="91440" bIns="45720" numCol="1" rtlCol="0" anchor="ctr" anchorCtr="0" compatLnSpc="1">
            <a:prstTxWarp prst="textNoShape">
              <a:avLst/>
            </a:prstTxWarp>
            <a:noAutofit/>
          </a:bodyPr>
          <a:lstStyle/>
          <a:p>
            <a:pPr marL="0" indent="0" fontAlgn="auto">
              <a:buNone/>
              <a:defRPr/>
            </a:pPr>
            <a:r>
              <a:rPr lang="en-IN" sz="1600" b="1" dirty="0">
                <a:solidFill>
                  <a:srgbClr val="0F0F0F"/>
                </a:solidFill>
                <a:ea typeface="+mn-lt"/>
                <a:cs typeface="+mn-lt"/>
              </a:rPr>
              <a:t>The "System Approach" section outlines the overall strategy and methodology for developing and implementing the Obesity classification and label system. Here's a suggested structure for this section:</a:t>
            </a:r>
            <a:endParaRPr lang="en-US" sz="1600" dirty="0">
              <a:solidFill>
                <a:schemeClr val="tx1">
                  <a:lumMod val="75000"/>
                  <a:lumOff val="25000"/>
                </a:schemeClr>
              </a:solidFill>
            </a:endParaRPr>
          </a:p>
          <a:p>
            <a:pPr fontAlgn="auto">
              <a:defRPr/>
            </a:pPr>
            <a:r>
              <a:rPr lang="en-IN" sz="1800" b="1" u="sng" dirty="0">
                <a:solidFill>
                  <a:srgbClr val="0F0F0F"/>
                </a:solidFill>
                <a:ea typeface="+mn-lt"/>
                <a:cs typeface="+mn-lt"/>
              </a:rPr>
              <a:t>System requirements:-</a:t>
            </a:r>
            <a:r>
              <a:rPr lang="en-IN" sz="1600" dirty="0">
                <a:solidFill>
                  <a:srgbClr val="0F0F0F"/>
                </a:solidFill>
                <a:ea typeface="+mn-lt"/>
                <a:cs typeface="+mn-lt"/>
              </a:rPr>
              <a:t> IBM Cloud Account: Active subscription with appropriate permissions.  </a:t>
            </a:r>
            <a:endParaRPr lang="en-IN" sz="1600" dirty="0">
              <a:ea typeface="+mn-lt"/>
              <a:cs typeface="+mn-lt"/>
            </a:endParaRPr>
          </a:p>
          <a:p>
            <a:pPr marL="0" indent="0">
              <a:buNone/>
              <a:defRPr/>
            </a:pPr>
            <a:r>
              <a:rPr lang="en-IN" sz="1600" dirty="0">
                <a:solidFill>
                  <a:srgbClr val="0F0F0F"/>
                </a:solidFill>
                <a:ea typeface="+mn-lt"/>
                <a:cs typeface="+mn-lt"/>
              </a:rPr>
              <a:t>Compute Resources: Sufficient CPU and GPU capacity for </a:t>
            </a:r>
            <a:r>
              <a:rPr lang="en-IN" sz="1600" dirty="0" err="1">
                <a:solidFill>
                  <a:srgbClr val="0F0F0F"/>
                </a:solidFill>
                <a:ea typeface="+mn-lt"/>
                <a:cs typeface="+mn-lt"/>
              </a:rPr>
              <a:t>AutoAI</a:t>
            </a:r>
            <a:r>
              <a:rPr lang="en-IN" sz="1600" dirty="0">
                <a:solidFill>
                  <a:srgbClr val="0F0F0F"/>
                </a:solidFill>
                <a:ea typeface="+mn-lt"/>
                <a:cs typeface="+mn-lt"/>
              </a:rPr>
              <a:t> processing and Minimum 16GB RAM recommended.</a:t>
            </a:r>
            <a:endParaRPr lang="en-IN" sz="1600" dirty="0"/>
          </a:p>
          <a:p>
            <a:pPr marL="0" indent="0">
              <a:buNone/>
              <a:defRPr/>
            </a:pPr>
            <a:r>
              <a:rPr lang="en-IN" sz="1600" dirty="0">
                <a:solidFill>
                  <a:srgbClr val="0F0F0F"/>
                </a:solidFill>
                <a:ea typeface="+mn-lt"/>
                <a:cs typeface="+mn-lt"/>
              </a:rPr>
              <a:t>Storage: IBM Cloud Object Storage for dataset and model storage and Adequate capacity for data and model versions.</a:t>
            </a:r>
            <a:endParaRPr lang="en-IN" sz="1600" dirty="0"/>
          </a:p>
          <a:p>
            <a:pPr marL="0" indent="0">
              <a:buNone/>
              <a:defRPr/>
            </a:pPr>
            <a:r>
              <a:rPr lang="en-IN" sz="1600" dirty="0">
                <a:solidFill>
                  <a:srgbClr val="0F0F0F"/>
                </a:solidFill>
                <a:ea typeface="+mn-lt"/>
                <a:cs typeface="+mn-lt"/>
              </a:rPr>
              <a:t>IBM Watson Studio: Access to Watson Studio on IBM Cloud and </a:t>
            </a:r>
            <a:r>
              <a:rPr lang="en-IN" sz="1600" err="1">
                <a:solidFill>
                  <a:srgbClr val="0F0F0F"/>
                </a:solidFill>
                <a:ea typeface="+mn-lt"/>
                <a:cs typeface="+mn-lt"/>
              </a:rPr>
              <a:t>AutoAI</a:t>
            </a:r>
            <a:r>
              <a:rPr lang="en-IN" sz="1600" dirty="0">
                <a:solidFill>
                  <a:srgbClr val="0F0F0F"/>
                </a:solidFill>
                <a:ea typeface="+mn-lt"/>
                <a:cs typeface="+mn-lt"/>
              </a:rPr>
              <a:t> capability enabled.</a:t>
            </a:r>
            <a:endParaRPr lang="en-IN" sz="1600" dirty="0">
              <a:solidFill>
                <a:srgbClr val="0F0F0F"/>
              </a:solidFill>
            </a:endParaRPr>
          </a:p>
          <a:p>
            <a:pPr>
              <a:buNone/>
              <a:defRPr/>
            </a:pPr>
            <a:endParaRPr lang="en-IN" sz="1600" dirty="0">
              <a:solidFill>
                <a:srgbClr val="0F0F0F"/>
              </a:solidFill>
              <a:ea typeface="+mn-lt"/>
              <a:cs typeface="+mn-lt"/>
            </a:endParaRPr>
          </a:p>
          <a:p>
            <a:pPr>
              <a:defRPr/>
            </a:pPr>
            <a:r>
              <a:rPr lang="en-IN" sz="1800" b="1" u="sng" dirty="0">
                <a:solidFill>
                  <a:srgbClr val="0F0F0F"/>
                </a:solidFill>
                <a:ea typeface="+mn-lt"/>
                <a:cs typeface="+mn-lt"/>
              </a:rPr>
              <a:t>Library requirements :-  </a:t>
            </a:r>
            <a:r>
              <a:rPr lang="en-IN" sz="1600" dirty="0">
                <a:solidFill>
                  <a:srgbClr val="0F0F0F"/>
                </a:solidFill>
                <a:ea typeface="+mn-lt"/>
                <a:cs typeface="+mn-lt"/>
              </a:rPr>
              <a:t>  For an obesity classification problem using IBM Cloud </a:t>
            </a:r>
            <a:r>
              <a:rPr lang="en-IN" sz="1600" err="1">
                <a:solidFill>
                  <a:srgbClr val="0F0F0F"/>
                </a:solidFill>
                <a:ea typeface="+mn-lt"/>
                <a:cs typeface="+mn-lt"/>
              </a:rPr>
              <a:t>AutoAI</a:t>
            </a:r>
            <a:r>
              <a:rPr lang="en-IN" sz="1600" dirty="0">
                <a:solidFill>
                  <a:srgbClr val="0F0F0F"/>
                </a:solidFill>
                <a:ea typeface="+mn-lt"/>
                <a:cs typeface="+mn-lt"/>
              </a:rPr>
              <a:t>, you typically don't need to manage libraries directly, as </a:t>
            </a:r>
            <a:r>
              <a:rPr lang="en-IN" sz="1600" err="1">
                <a:solidFill>
                  <a:srgbClr val="0F0F0F"/>
                </a:solidFill>
                <a:ea typeface="+mn-lt"/>
                <a:cs typeface="+mn-lt"/>
              </a:rPr>
              <a:t>AutoAI</a:t>
            </a:r>
            <a:r>
              <a:rPr lang="en-IN" sz="1600" dirty="0">
                <a:solidFill>
                  <a:srgbClr val="0F0F0F"/>
                </a:solidFill>
                <a:ea typeface="+mn-lt"/>
                <a:cs typeface="+mn-lt"/>
              </a:rPr>
              <a:t> handles most of the machine learning pipeline automatically. However, here are some key libraries and components that are usually involved in the background:</a:t>
            </a:r>
            <a:endParaRPr lang="en-IN" sz="1600">
              <a:ea typeface="+mn-lt"/>
              <a:cs typeface="+mn-lt"/>
            </a:endParaRPr>
          </a:p>
          <a:p>
            <a:pPr>
              <a:buNone/>
              <a:defRPr/>
            </a:pPr>
            <a:r>
              <a:rPr lang="en-IN" sz="1600" dirty="0">
                <a:solidFill>
                  <a:srgbClr val="0F0F0F"/>
                </a:solidFill>
                <a:ea typeface="+mn-lt"/>
                <a:cs typeface="+mn-lt"/>
              </a:rPr>
              <a:t>IBM Watson Machine Learning:  Core library for machine learning operations on IBM Cloud.</a:t>
            </a:r>
            <a:endParaRPr lang="en-IN" sz="1600" dirty="0"/>
          </a:p>
          <a:p>
            <a:pPr marL="0" indent="0">
              <a:buNone/>
              <a:defRPr/>
            </a:pPr>
            <a:r>
              <a:rPr lang="en-IN" sz="1600" dirty="0">
                <a:solidFill>
                  <a:srgbClr val="0F0F0F"/>
                </a:solidFill>
                <a:ea typeface="+mn-lt"/>
                <a:cs typeface="+mn-lt"/>
              </a:rPr>
              <a:t>IBM Cloud SDK: For interacting with IBM Cloud services.</a:t>
            </a:r>
            <a:endParaRPr lang="en-IN" sz="1600" dirty="0"/>
          </a:p>
          <a:p>
            <a:pPr marL="0" indent="0">
              <a:buNone/>
              <a:defRPr/>
            </a:pPr>
            <a:r>
              <a:rPr lang="en-IN" sz="1600" dirty="0">
                <a:solidFill>
                  <a:srgbClr val="0F0F0F"/>
                </a:solidFill>
                <a:ea typeface="+mn-lt"/>
                <a:cs typeface="+mn-lt"/>
              </a:rPr>
              <a:t>JSON: For data interchange in API calls.</a:t>
            </a:r>
            <a:endParaRPr lang="en-IN" sz="1600"/>
          </a:p>
          <a:p>
            <a:pPr>
              <a:buNone/>
              <a:defRPr/>
            </a:pPr>
            <a:r>
              <a:rPr lang="en-IN" sz="1600" dirty="0">
                <a:solidFill>
                  <a:srgbClr val="0F0F0F"/>
                </a:solidFill>
                <a:ea typeface="+mn-lt"/>
                <a:cs typeface="+mn-lt"/>
              </a:rPr>
              <a:t>IBM Watson Studio Runtime: Includes many pre-installed data science libraries.</a:t>
            </a:r>
            <a:endParaRPr lang="en-IN" sz="1600"/>
          </a:p>
          <a:p>
            <a:pPr marL="0" indent="0">
              <a:buNone/>
              <a:defRPr/>
            </a:pPr>
            <a:endParaRPr lang="en-IN" sz="1800" dirty="0">
              <a:solidFill>
                <a:srgbClr val="0F0F0F"/>
              </a:solidFill>
            </a:endParaRPr>
          </a:p>
          <a:p>
            <a:pPr>
              <a:buNone/>
              <a:defRPr/>
            </a:pPr>
            <a:endParaRPr lang="en-IN" sz="1800" dirty="0">
              <a:solidFill>
                <a:srgbClr val="0F0F0F"/>
              </a:solidFill>
            </a:endParaRPr>
          </a:p>
          <a:p>
            <a:pPr marL="0" indent="0">
              <a:buNone/>
              <a:defRPr/>
            </a:pPr>
            <a:endParaRPr lang="en-IN" sz="1800" dirty="0">
              <a:solidFill>
                <a:srgbClr val="0F0F0F"/>
              </a:solidFill>
            </a:endParaRPr>
          </a:p>
          <a:p>
            <a:pPr marL="0" indent="0">
              <a:buNone/>
              <a:defRPr/>
            </a:pPr>
            <a:endParaRPr lang="en-IN" sz="1800" dirty="0">
              <a:solidFill>
                <a:srgbClr val="0F0F0F"/>
              </a:solidFill>
            </a:endParaRPr>
          </a:p>
          <a:p>
            <a:pPr>
              <a:defRPr/>
            </a:pPr>
            <a:endParaRPr lang="en-IN"/>
          </a:p>
          <a:p>
            <a:pPr marL="305435" indent="-305435">
              <a:defRPr/>
            </a:pPr>
            <a:endParaRPr lang="en-IN" sz="1800" b="1" dirty="0">
              <a:solidFill>
                <a:srgbClr val="0F0F0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AB8B0E-915B-2EB0-D236-2306CACD97E2}"/>
              </a:ext>
            </a:extLst>
          </p:cNvPr>
          <p:cNvSpPr>
            <a:spLocks noGrp="1"/>
          </p:cNvSpPr>
          <p:nvPr>
            <p:ph type="title"/>
          </p:nvPr>
        </p:nvSpPr>
        <p:spPr>
          <a:xfrm>
            <a:off x="581025" y="701675"/>
            <a:ext cx="11029950" cy="530225"/>
          </a:xfrm>
        </p:spPr>
        <p:txBody>
          <a:bodyPr wrap="square" numCol="1" anchorCtr="0" compatLnSpc="1">
            <a:prstTxWarp prst="textNoShape">
              <a:avLst/>
            </a:prstTxWarp>
          </a:bodyPr>
          <a:lstStyle/>
          <a:p>
            <a:r>
              <a:rPr lang="en-US" altLang="en-US" sz="4000" b="1" cap="none">
                <a:solidFill>
                  <a:schemeClr val="accent1"/>
                </a:solidFill>
                <a:latin typeface="Arial" panose="020B0604020202020204" pitchFamily="34" charset="0"/>
                <a:ea typeface="Franklin Gothic Demi" panose="020B0703020102020204" pitchFamily="34" charset="0"/>
                <a:cs typeface="Arial" panose="020B0604020202020204" pitchFamily="34" charset="0"/>
              </a:rPr>
              <a:t>ALGORITHM &amp; DEPLOYMENT</a:t>
            </a:r>
            <a:endParaRPr lang="en-US" altLang="en-US" sz="2500" cap="none">
              <a:ea typeface="Franklin Gothic Demi" panose="020B07030201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8940160-EC9C-5847-B169-0BE4F8B22A25}"/>
              </a:ext>
            </a:extLst>
          </p:cNvPr>
          <p:cNvSpPr txBox="1"/>
          <p:nvPr/>
        </p:nvSpPr>
        <p:spPr>
          <a:xfrm>
            <a:off x="347452" y="1237496"/>
            <a:ext cx="11489633"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IN" sz="1500" dirty="0">
                <a:solidFill>
                  <a:srgbClr val="404040"/>
                </a:solidFill>
                <a:latin typeface="Franklin Gothic Book"/>
                <a:cs typeface="Arial"/>
              </a:rPr>
              <a:t>In</a:t>
            </a:r>
            <a:r>
              <a:rPr lang="en-IN" sz="1500" dirty="0">
                <a:solidFill>
                  <a:srgbClr val="0F0F0F"/>
                </a:solidFill>
                <a:latin typeface="Franklin Gothic Book"/>
                <a:cs typeface="Arial"/>
              </a:rPr>
              <a:t> the Algorithm section, describe the machine learning algorithm chosen for predicting weight labels. Here's an example structure for this section:</a:t>
            </a:r>
            <a:r>
              <a:rPr lang="en-US" sz="1500" dirty="0">
                <a:latin typeface="Franklin Gothic Book"/>
                <a:cs typeface="Arial"/>
              </a:rPr>
              <a:t>​</a:t>
            </a:r>
          </a:p>
          <a:p>
            <a:pPr marL="228600" indent="-228600">
              <a:buFont typeface=""/>
              <a:buChar char="•"/>
            </a:pPr>
            <a:r>
              <a:rPr lang="en-IN" sz="1500" dirty="0">
                <a:solidFill>
                  <a:srgbClr val="0F0F0F"/>
                </a:solidFill>
                <a:latin typeface="Franklin Gothic Book"/>
                <a:cs typeface="Arial"/>
              </a:rPr>
              <a:t>The algorithm selection and deployment process is largely automated. </a:t>
            </a:r>
            <a:r>
              <a:rPr lang="en-US" sz="1500" dirty="0">
                <a:latin typeface="Franklin Gothic Book"/>
                <a:cs typeface="Arial"/>
              </a:rPr>
              <a:t>​</a:t>
            </a:r>
          </a:p>
          <a:p>
            <a:r>
              <a:rPr lang="en-IN" sz="1500" dirty="0">
                <a:solidFill>
                  <a:srgbClr val="0F0F0F"/>
                </a:solidFill>
                <a:latin typeface="Franklin Gothic Book"/>
                <a:cs typeface="Arial"/>
              </a:rPr>
              <a:t>      Here's an overview: </a:t>
            </a:r>
            <a:r>
              <a:rPr lang="en-US" sz="1500" dirty="0">
                <a:latin typeface="Franklin Gothic Book"/>
                <a:cs typeface="Arial"/>
              </a:rPr>
              <a:t>​</a:t>
            </a:r>
          </a:p>
          <a:p>
            <a:r>
              <a:rPr lang="en-IN" sz="1500" dirty="0">
                <a:solidFill>
                  <a:srgbClr val="0F0F0F"/>
                </a:solidFill>
                <a:latin typeface="Franklin Gothic Book"/>
                <a:cs typeface="Arial"/>
              </a:rPr>
              <a:t>Algorithms:  </a:t>
            </a:r>
            <a:r>
              <a:rPr lang="en-IN" sz="1500" dirty="0" err="1">
                <a:solidFill>
                  <a:srgbClr val="0F0F0F"/>
                </a:solidFill>
                <a:latin typeface="Franklin Gothic Book"/>
                <a:cs typeface="Arial"/>
              </a:rPr>
              <a:t>AutoAI</a:t>
            </a:r>
            <a:r>
              <a:rPr lang="en-IN" sz="1500" dirty="0">
                <a:solidFill>
                  <a:srgbClr val="0F0F0F"/>
                </a:solidFill>
                <a:latin typeface="Franklin Gothic Book"/>
                <a:cs typeface="Arial"/>
              </a:rPr>
              <a:t> typically tests and optimizes several algorithms, including: </a:t>
            </a:r>
            <a:r>
              <a:rPr lang="en-US" sz="1500" dirty="0">
                <a:latin typeface="Franklin Gothic Book"/>
                <a:cs typeface="Arial"/>
              </a:rPr>
              <a:t>​</a:t>
            </a:r>
          </a:p>
          <a:p>
            <a:r>
              <a:rPr lang="en-IN" sz="1500" dirty="0">
                <a:solidFill>
                  <a:srgbClr val="0F0F0F"/>
                </a:solidFill>
                <a:latin typeface="Franklin Gothic Book"/>
                <a:cs typeface="Arial"/>
              </a:rPr>
              <a:t>1. Logistic Regression                       2. Decision Trees                             3. Random Forest                   4. Gradient Boosting Machines (e.g., </a:t>
            </a:r>
            <a:r>
              <a:rPr lang="en-IN" sz="1500" dirty="0" err="1">
                <a:solidFill>
                  <a:srgbClr val="0F0F0F"/>
                </a:solidFill>
                <a:latin typeface="Franklin Gothic Book"/>
                <a:cs typeface="Arial"/>
              </a:rPr>
              <a:t>XGBoost</a:t>
            </a:r>
            <a:r>
              <a:rPr lang="en-IN" sz="1500" dirty="0">
                <a:solidFill>
                  <a:srgbClr val="0F0F0F"/>
                </a:solidFill>
                <a:latin typeface="Franklin Gothic Book"/>
                <a:cs typeface="Arial"/>
              </a:rPr>
              <a:t>) </a:t>
            </a:r>
            <a:r>
              <a:rPr lang="en-US" sz="1500" dirty="0">
                <a:latin typeface="Franklin Gothic Book"/>
                <a:cs typeface="Arial"/>
              </a:rPr>
              <a:t>​</a:t>
            </a:r>
          </a:p>
          <a:p>
            <a:r>
              <a:rPr lang="en-IN" sz="1500" dirty="0">
                <a:solidFill>
                  <a:srgbClr val="0F0F0F"/>
                </a:solidFill>
                <a:latin typeface="Franklin Gothic Book"/>
                <a:cs typeface="Arial"/>
              </a:rPr>
              <a:t>5. Support Vector Machines                                            6. Neural Networks (if applicable) </a:t>
            </a:r>
            <a:r>
              <a:rPr lang="en-US" sz="1500" dirty="0">
                <a:latin typeface="Franklin Gothic Book"/>
                <a:cs typeface="Arial"/>
              </a:rPr>
              <a:t>​</a:t>
            </a:r>
          </a:p>
          <a:p>
            <a:r>
              <a:rPr lang="en-IN" sz="1500" dirty="0">
                <a:solidFill>
                  <a:srgbClr val="0F0F0F"/>
                </a:solidFill>
                <a:latin typeface="Franklin Gothic Book"/>
                <a:cs typeface="Arial"/>
              </a:rPr>
              <a:t>The system automatically selects and tunes the best-performing algorithm based on your data and specified evaluation metrics.</a:t>
            </a:r>
            <a:r>
              <a:rPr lang="en-US" sz="1500" dirty="0">
                <a:latin typeface="Franklin Gothic Book"/>
                <a:cs typeface="Arial"/>
              </a:rPr>
              <a:t>​</a:t>
            </a:r>
            <a:endParaRPr lang="en-US" sz="1500" dirty="0">
              <a:solidFill>
                <a:srgbClr val="000000"/>
              </a:solidFill>
              <a:cs typeface="Arial"/>
            </a:endParaRPr>
          </a:p>
          <a:p>
            <a:r>
              <a:rPr lang="en-IN" sz="1500" dirty="0">
                <a:solidFill>
                  <a:srgbClr val="0F0F0F"/>
                </a:solidFill>
                <a:latin typeface="Franklin Gothic Book"/>
                <a:cs typeface="Arial"/>
              </a:rPr>
              <a:t>Deployment: 1. Model Selection: - </a:t>
            </a:r>
            <a:r>
              <a:rPr lang="en-IN" sz="1500" err="1">
                <a:solidFill>
                  <a:srgbClr val="0F0F0F"/>
                </a:solidFill>
                <a:latin typeface="Franklin Gothic Book"/>
                <a:cs typeface="Arial"/>
              </a:rPr>
              <a:t>AutoAI</a:t>
            </a:r>
            <a:r>
              <a:rPr lang="en-IN" sz="1500" dirty="0">
                <a:solidFill>
                  <a:srgbClr val="0F0F0F"/>
                </a:solidFill>
                <a:latin typeface="Franklin Gothic Book"/>
                <a:cs typeface="Arial"/>
              </a:rPr>
              <a:t> generates multiple model pipelines                 </a:t>
            </a:r>
            <a:endParaRPr lang="en-US" sz="1500">
              <a:solidFill>
                <a:srgbClr val="000000"/>
              </a:solidFill>
              <a:cs typeface="Arial"/>
            </a:endParaRPr>
          </a:p>
          <a:p>
            <a:r>
              <a:rPr lang="en-IN" sz="1500" dirty="0">
                <a:solidFill>
                  <a:srgbClr val="0F0F0F"/>
                </a:solidFill>
                <a:latin typeface="Franklin Gothic Book"/>
                <a:cs typeface="Arial"/>
              </a:rPr>
              <a:t>    - You review and select the best model based on                          performance metrics </a:t>
            </a:r>
            <a:r>
              <a:rPr lang="en-US" sz="1500" dirty="0">
                <a:latin typeface="Franklin Gothic Book"/>
                <a:cs typeface="Arial"/>
              </a:rPr>
              <a:t>​</a:t>
            </a:r>
            <a:endParaRPr lang="en-US" sz="1500"/>
          </a:p>
          <a:p>
            <a:r>
              <a:rPr lang="en-IN" sz="1500" dirty="0">
                <a:solidFill>
                  <a:srgbClr val="0F0F0F"/>
                </a:solidFill>
                <a:latin typeface="Franklin Gothic Book"/>
                <a:cs typeface="Arial"/>
              </a:rPr>
              <a:t>2. Deployment Options: - Web Service: Deploy as a REST API                                 - Batch Deployment: For processing large datasets</a:t>
            </a:r>
            <a:r>
              <a:rPr lang="en-US" sz="1500" dirty="0">
                <a:latin typeface="Franklin Gothic Book"/>
                <a:cs typeface="Arial"/>
              </a:rPr>
              <a:t>​</a:t>
            </a:r>
          </a:p>
          <a:p>
            <a:r>
              <a:rPr lang="en-IN" sz="1500" dirty="0">
                <a:solidFill>
                  <a:srgbClr val="0F0F0F"/>
                </a:solidFill>
                <a:latin typeface="Franklin Gothic Book"/>
                <a:cs typeface="Arial"/>
              </a:rPr>
              <a:t>                                                                - Real-time Deployment: For immediate predictions </a:t>
            </a:r>
            <a:r>
              <a:rPr lang="en-US" sz="1500" dirty="0">
                <a:latin typeface="Franklin Gothic Book"/>
                <a:cs typeface="Arial"/>
              </a:rPr>
              <a:t>​</a:t>
            </a:r>
          </a:p>
          <a:p>
            <a:r>
              <a:rPr lang="en-IN" sz="1500" dirty="0">
                <a:solidFill>
                  <a:srgbClr val="0F0F0F"/>
                </a:solidFill>
                <a:latin typeface="Franklin Gothic Book"/>
                <a:cs typeface="Arial"/>
              </a:rPr>
              <a:t>3. Deployment Steps: - Choose deployment type in Watson Studio               - Configure deployment settings (e.g., compute resources, scaling) </a:t>
            </a:r>
            <a:r>
              <a:rPr lang="en-US" sz="1500" dirty="0">
                <a:latin typeface="Franklin Gothic Book"/>
                <a:cs typeface="Arial"/>
              </a:rPr>
              <a:t>​</a:t>
            </a:r>
            <a:r>
              <a:rPr lang="en-US" sz="1500" dirty="0">
                <a:solidFill>
                  <a:srgbClr val="000000"/>
                </a:solidFill>
                <a:latin typeface="Franklin Gothic Book"/>
                <a:cs typeface="Arial"/>
              </a:rPr>
              <a:t>                                                </a:t>
            </a:r>
            <a:r>
              <a:rPr lang="en-IN" sz="1500" dirty="0">
                <a:solidFill>
                  <a:srgbClr val="0F0F0F"/>
                </a:solidFill>
                <a:latin typeface="Franklin Gothic Book"/>
                <a:cs typeface="Arial"/>
              </a:rPr>
              <a:t>                                                  - Deploy model with a single click - Obtain API endpoint and credentials </a:t>
            </a:r>
            <a:r>
              <a:rPr lang="en-US" sz="1500" dirty="0">
                <a:latin typeface="Franklin Gothic Book"/>
                <a:cs typeface="Arial"/>
              </a:rPr>
              <a:t>​</a:t>
            </a:r>
          </a:p>
          <a:p>
            <a:r>
              <a:rPr lang="en-IN" sz="1500" dirty="0">
                <a:solidFill>
                  <a:srgbClr val="0F0F0F"/>
                </a:solidFill>
                <a:latin typeface="Franklin Gothic Book"/>
                <a:cs typeface="Arial"/>
              </a:rPr>
              <a:t>4. Integration: - Use the provided API to integrate the model into your applications         - Test the deployed model with sample data </a:t>
            </a:r>
            <a:r>
              <a:rPr lang="en-US" sz="1500" dirty="0">
                <a:latin typeface="Franklin Gothic Book"/>
                <a:cs typeface="Arial"/>
              </a:rPr>
              <a:t>​</a:t>
            </a:r>
          </a:p>
          <a:p>
            <a:r>
              <a:rPr lang="en-IN" sz="1500" dirty="0">
                <a:solidFill>
                  <a:srgbClr val="0F0F0F"/>
                </a:solidFill>
                <a:latin typeface="Franklin Gothic Book"/>
                <a:cs typeface="Arial"/>
              </a:rPr>
              <a:t>5. Monitoring: - Set up performance monitoring in IBM Cloud                           - Track model accuracy and usage metrics </a:t>
            </a:r>
            <a:r>
              <a:rPr lang="en-US" sz="1500" dirty="0">
                <a:latin typeface="Franklin Gothic Book"/>
                <a:cs typeface="Arial"/>
              </a:rPr>
              <a:t>​</a:t>
            </a:r>
          </a:p>
          <a:p>
            <a:r>
              <a:rPr lang="en-IN" sz="1500" dirty="0">
                <a:solidFill>
                  <a:srgbClr val="0F0F0F"/>
                </a:solidFill>
                <a:latin typeface="Franklin Gothic Book"/>
                <a:cs typeface="Arial"/>
              </a:rPr>
              <a:t>6. Maintenance: - Schedule regular model evaluations             - Retrain or update the model as needed using  </a:t>
            </a:r>
            <a:r>
              <a:rPr lang="en-IN" sz="1500" dirty="0" err="1">
                <a:solidFill>
                  <a:srgbClr val="0F0F0F"/>
                </a:solidFill>
                <a:latin typeface="Franklin Gothic Book"/>
                <a:cs typeface="Arial"/>
              </a:rPr>
              <a:t>AutoAI</a:t>
            </a:r>
            <a:r>
              <a:rPr lang="en-IN" sz="1500" dirty="0">
                <a:solidFill>
                  <a:srgbClr val="0F0F0F"/>
                </a:solidFill>
                <a:latin typeface="Franklin Gothic Book"/>
                <a:cs typeface="Arial"/>
              </a:rPr>
              <a:t>.</a:t>
            </a:r>
            <a:r>
              <a:rPr lang="en-US" sz="1500" dirty="0">
                <a:latin typeface="Franklin Gothic Book"/>
                <a:cs typeface="Arial"/>
              </a:rPr>
              <a:t>​</a:t>
            </a:r>
          </a:p>
          <a:p>
            <a:endParaRPr lang="en-IN" sz="1500" dirty="0">
              <a:solidFill>
                <a:srgbClr val="0F0F0F"/>
              </a:solidFill>
              <a:latin typeface="Franklin Gothic Book"/>
              <a:cs typeface="Arial"/>
            </a:endParaRPr>
          </a:p>
          <a:p>
            <a:r>
              <a:rPr lang="en-IN" sz="1500" dirty="0">
                <a:solidFill>
                  <a:srgbClr val="0F0F0F"/>
                </a:solidFill>
                <a:latin typeface="Franklin Gothic Book"/>
                <a:cs typeface="Arial"/>
              </a:rPr>
              <a:t>This approach combines sophisticated algorithm selection with streamlined deployment, making it efficient for rapid development and implementation of obesity classification models.</a:t>
            </a:r>
            <a:r>
              <a:rPr lang="en-US" sz="1500" dirty="0">
                <a:latin typeface="Franklin Gothic Book"/>
                <a:cs typeface="Arial"/>
              </a:rPr>
              <a:t>​</a:t>
            </a:r>
            <a:endParaRPr lang="en-US" sz="1500"/>
          </a:p>
          <a:p>
            <a:pPr marL="305435" indent="-305435">
              <a:buFont typeface=""/>
              <a:buChar char="•"/>
            </a:pPr>
            <a:endParaRPr lang="en-IN" sz="1500" dirty="0">
              <a:latin typeface="Franklin Gothic Book"/>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BE2887-149C-7B12-7E51-F62BF2F11A1F}"/>
              </a:ext>
            </a:extLst>
          </p:cNvPr>
          <p:cNvSpPr>
            <a:spLocks noGrp="1"/>
          </p:cNvSpPr>
          <p:nvPr>
            <p:ph type="title"/>
          </p:nvPr>
        </p:nvSpPr>
        <p:spPr>
          <a:xfrm>
            <a:off x="581025" y="701675"/>
            <a:ext cx="11029950" cy="530225"/>
          </a:xfrm>
        </p:spPr>
        <p:txBody>
          <a:bodyPr wrap="square" numCol="1" anchorCtr="0" compatLnSpc="1">
            <a:prstTxWarp prst="textNoShape">
              <a:avLst/>
            </a:prstTxWarp>
          </a:bodyPr>
          <a:lstStyle/>
          <a:p>
            <a:r>
              <a:rPr lang="en-US" altLang="en-US" sz="4000" b="1" cap="none">
                <a:solidFill>
                  <a:schemeClr val="accent1"/>
                </a:solidFill>
                <a:latin typeface="Arial" panose="020B0604020202020204" pitchFamily="34" charset="0"/>
                <a:ea typeface="Franklin Gothic Demi" panose="020B0703020102020204" pitchFamily="34" charset="0"/>
                <a:cs typeface="Arial" panose="020B0604020202020204" pitchFamily="34" charset="0"/>
              </a:rPr>
              <a:t>RESULT</a:t>
            </a:r>
            <a:endParaRPr lang="en-US" altLang="en-US" sz="2500" cap="none">
              <a:ea typeface="Franklin Gothic Demi" panose="020B0703020102020204" pitchFamily="34" charset="0"/>
              <a:cs typeface="Arial" panose="020B0604020202020204" pitchFamily="34" charset="0"/>
            </a:endParaRPr>
          </a:p>
        </p:txBody>
      </p:sp>
      <p:pic>
        <p:nvPicPr>
          <p:cNvPr id="3" name="Picture 2" descr="A screenshot of a computer&#10;&#10;Description automatically generated">
            <a:extLst>
              <a:ext uri="{FF2B5EF4-FFF2-40B4-BE49-F238E27FC236}">
                <a16:creationId xmlns:a16="http://schemas.microsoft.com/office/drawing/2014/main" id="{AF5C6443-EDAB-04E4-38F3-4DF06C8E9415}"/>
              </a:ext>
            </a:extLst>
          </p:cNvPr>
          <p:cNvPicPr>
            <a:picLocks noChangeAspect="1"/>
          </p:cNvPicPr>
          <p:nvPr/>
        </p:nvPicPr>
        <p:blipFill>
          <a:blip r:embed="rId2"/>
          <a:srcRect t="10584" b="4563"/>
          <a:stretch/>
        </p:blipFill>
        <p:spPr>
          <a:xfrm>
            <a:off x="260696" y="1233575"/>
            <a:ext cx="11680064" cy="49122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0C27CF21-77AA-FAEC-9F13-6966E18AEB06}"/>
              </a:ext>
            </a:extLst>
          </p:cNvPr>
          <p:cNvPicPr>
            <a:picLocks noChangeAspect="1"/>
          </p:cNvPicPr>
          <p:nvPr/>
        </p:nvPicPr>
        <p:blipFill>
          <a:blip r:embed="rId2"/>
          <a:srcRect t="8349" b="4824"/>
          <a:stretch/>
        </p:blipFill>
        <p:spPr>
          <a:xfrm>
            <a:off x="607541" y="859824"/>
            <a:ext cx="11234351" cy="5166519"/>
          </a:xfrm>
          <a:prstGeom prst="rect">
            <a:avLst/>
          </a:prstGeom>
        </p:spPr>
      </p:pic>
    </p:spTree>
    <p:extLst>
      <p:ext uri="{BB962C8B-B14F-4D97-AF65-F5344CB8AC3E}">
        <p14:creationId xmlns:p14="http://schemas.microsoft.com/office/powerpoint/2010/main" val="1342425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3F24A48F-CFCB-1649-2FEC-7043CC4683D0}"/>
              </a:ext>
            </a:extLst>
          </p:cNvPr>
          <p:cNvPicPr>
            <a:picLocks noChangeAspect="1"/>
          </p:cNvPicPr>
          <p:nvPr/>
        </p:nvPicPr>
        <p:blipFill>
          <a:blip r:embed="rId2"/>
          <a:srcRect t="7635" r="-94" b="4097"/>
          <a:stretch/>
        </p:blipFill>
        <p:spPr>
          <a:xfrm>
            <a:off x="236839" y="695068"/>
            <a:ext cx="11729374" cy="5233530"/>
          </a:xfrm>
          <a:prstGeom prst="rect">
            <a:avLst/>
          </a:prstGeom>
        </p:spPr>
      </p:pic>
    </p:spTree>
    <p:extLst>
      <p:ext uri="{BB962C8B-B14F-4D97-AF65-F5344CB8AC3E}">
        <p14:creationId xmlns:p14="http://schemas.microsoft.com/office/powerpoint/2010/main" val="3036582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7844C49E-E818-6D7C-D5AD-3BA4162E5D59}"/>
              </a:ext>
            </a:extLst>
          </p:cNvPr>
          <p:cNvPicPr>
            <a:picLocks noChangeAspect="1"/>
          </p:cNvPicPr>
          <p:nvPr/>
        </p:nvPicPr>
        <p:blipFill>
          <a:blip r:embed="rId2"/>
          <a:srcRect l="16" t="8636" r="-16" b="3675"/>
          <a:stretch/>
        </p:blipFill>
        <p:spPr>
          <a:xfrm>
            <a:off x="194156" y="773118"/>
            <a:ext cx="5712319" cy="3006906"/>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8DB5EAA1-A9F6-5C0E-128A-95E8BD1104D0}"/>
              </a:ext>
            </a:extLst>
          </p:cNvPr>
          <p:cNvPicPr>
            <a:picLocks noChangeAspect="1"/>
          </p:cNvPicPr>
          <p:nvPr/>
        </p:nvPicPr>
        <p:blipFill>
          <a:blip r:embed="rId3"/>
          <a:srcRect l="1842" t="9562" r="-1473" b="6889"/>
          <a:stretch/>
        </p:blipFill>
        <p:spPr>
          <a:xfrm>
            <a:off x="6081256" y="769178"/>
            <a:ext cx="5919031" cy="3008423"/>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0ECA9F53-6958-7003-64C6-E7750D3CB95F}"/>
              </a:ext>
            </a:extLst>
          </p:cNvPr>
          <p:cNvPicPr>
            <a:picLocks noChangeAspect="1"/>
          </p:cNvPicPr>
          <p:nvPr/>
        </p:nvPicPr>
        <p:blipFill>
          <a:blip r:embed="rId4"/>
          <a:srcRect l="32" t="11715" r="-32" b="4557"/>
          <a:stretch/>
        </p:blipFill>
        <p:spPr>
          <a:xfrm>
            <a:off x="195081" y="3926349"/>
            <a:ext cx="5709708" cy="2799642"/>
          </a:xfrm>
          <a:prstGeom prst="rect">
            <a:avLst/>
          </a:prstGeom>
        </p:spPr>
      </p:pic>
      <p:sp>
        <p:nvSpPr>
          <p:cNvPr id="7" name="TextBox 6">
            <a:extLst>
              <a:ext uri="{FF2B5EF4-FFF2-40B4-BE49-F238E27FC236}">
                <a16:creationId xmlns:a16="http://schemas.microsoft.com/office/drawing/2014/main" id="{31C11532-0233-15D0-CACF-B998671463C2}"/>
              </a:ext>
            </a:extLst>
          </p:cNvPr>
          <p:cNvSpPr txBox="1"/>
          <p:nvPr/>
        </p:nvSpPr>
        <p:spPr>
          <a:xfrm>
            <a:off x="6911667" y="4739396"/>
            <a:ext cx="42093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dirty="0">
                <a:latin typeface="Franklin Gothic Book"/>
              </a:rPr>
              <a:t>PIPELINE 4: BEST RATED</a:t>
            </a:r>
            <a:endParaRPr lang="en-US" b="1" u="sng"/>
          </a:p>
        </p:txBody>
      </p:sp>
    </p:spTree>
    <p:extLst>
      <p:ext uri="{BB962C8B-B14F-4D97-AF65-F5344CB8AC3E}">
        <p14:creationId xmlns:p14="http://schemas.microsoft.com/office/powerpoint/2010/main" val="1992572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screen&#10;&#10;Description automatically generated">
            <a:extLst>
              <a:ext uri="{FF2B5EF4-FFF2-40B4-BE49-F238E27FC236}">
                <a16:creationId xmlns:a16="http://schemas.microsoft.com/office/drawing/2014/main" id="{374CDCAD-AEC7-CBA6-9B00-2602283CE0AC}"/>
              </a:ext>
            </a:extLst>
          </p:cNvPr>
          <p:cNvPicPr>
            <a:picLocks noChangeAspect="1"/>
          </p:cNvPicPr>
          <p:nvPr/>
        </p:nvPicPr>
        <p:blipFill>
          <a:blip r:embed="rId2"/>
          <a:srcRect t="9091" b="6342"/>
          <a:stretch/>
        </p:blipFill>
        <p:spPr>
          <a:xfrm>
            <a:off x="728870" y="908327"/>
            <a:ext cx="10999304" cy="5117804"/>
          </a:xfrm>
          <a:prstGeom prst="rect">
            <a:avLst/>
          </a:prstGeom>
        </p:spPr>
      </p:pic>
    </p:spTree>
    <p:extLst>
      <p:ext uri="{BB962C8B-B14F-4D97-AF65-F5344CB8AC3E}">
        <p14:creationId xmlns:p14="http://schemas.microsoft.com/office/powerpoint/2010/main" val="123678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3E594AB8-AC0E-1F21-BACE-4DDBCA988713}"/>
              </a:ext>
            </a:extLst>
          </p:cNvPr>
          <p:cNvPicPr>
            <a:picLocks noChangeAspect="1"/>
          </p:cNvPicPr>
          <p:nvPr/>
        </p:nvPicPr>
        <p:blipFill>
          <a:blip r:embed="rId2"/>
          <a:srcRect t="9349" r="-91" b="4268"/>
          <a:stretch/>
        </p:blipFill>
        <p:spPr>
          <a:xfrm>
            <a:off x="411893" y="756853"/>
            <a:ext cx="11357935" cy="5344306"/>
          </a:xfrm>
          <a:prstGeom prst="rect">
            <a:avLst/>
          </a:prstGeom>
        </p:spPr>
      </p:pic>
    </p:spTree>
    <p:extLst>
      <p:ext uri="{BB962C8B-B14F-4D97-AF65-F5344CB8AC3E}">
        <p14:creationId xmlns:p14="http://schemas.microsoft.com/office/powerpoint/2010/main" val="2433304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EFC273B4-A865-F389-091F-B6BD6C9C8A66}"/>
              </a:ext>
            </a:extLst>
          </p:cNvPr>
          <p:cNvPicPr>
            <a:picLocks noChangeAspect="1"/>
          </p:cNvPicPr>
          <p:nvPr/>
        </p:nvPicPr>
        <p:blipFill>
          <a:blip r:embed="rId2"/>
          <a:srcRect l="198" t="8794" r="-40" b="4271"/>
          <a:stretch/>
        </p:blipFill>
        <p:spPr>
          <a:xfrm>
            <a:off x="309218" y="831023"/>
            <a:ext cx="5678562" cy="4751165"/>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E26D75E5-E468-A218-550E-0CDC7436C36E}"/>
              </a:ext>
            </a:extLst>
          </p:cNvPr>
          <p:cNvPicPr>
            <a:picLocks noChangeAspect="1"/>
          </p:cNvPicPr>
          <p:nvPr/>
        </p:nvPicPr>
        <p:blipFill>
          <a:blip r:embed="rId3"/>
          <a:srcRect t="8454" r="1808" b="4948"/>
          <a:stretch/>
        </p:blipFill>
        <p:spPr>
          <a:xfrm>
            <a:off x="6096000" y="828813"/>
            <a:ext cx="5996798" cy="4640442"/>
          </a:xfrm>
          <a:prstGeom prst="rect">
            <a:avLst/>
          </a:prstGeom>
        </p:spPr>
      </p:pic>
      <p:sp>
        <p:nvSpPr>
          <p:cNvPr id="6" name="TextBox 5">
            <a:extLst>
              <a:ext uri="{FF2B5EF4-FFF2-40B4-BE49-F238E27FC236}">
                <a16:creationId xmlns:a16="http://schemas.microsoft.com/office/drawing/2014/main" id="{9DEF0BDE-AA5A-363F-495D-39C0C4CD284A}"/>
              </a:ext>
            </a:extLst>
          </p:cNvPr>
          <p:cNvSpPr txBox="1"/>
          <p:nvPr/>
        </p:nvSpPr>
        <p:spPr>
          <a:xfrm>
            <a:off x="4894205" y="5912463"/>
            <a:ext cx="24062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dirty="0">
                <a:latin typeface="Franklin Gothic Book"/>
              </a:rPr>
              <a:t>TEST OF THE MODEL</a:t>
            </a:r>
            <a:endParaRPr lang="en-US" b="1" u="sng"/>
          </a:p>
        </p:txBody>
      </p:sp>
    </p:spTree>
    <p:extLst>
      <p:ext uri="{BB962C8B-B14F-4D97-AF65-F5344CB8AC3E}">
        <p14:creationId xmlns:p14="http://schemas.microsoft.com/office/powerpoint/2010/main" val="3870619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9DEA22-D259-801D-B132-BDA6F4FB9A4B}"/>
              </a:ext>
            </a:extLst>
          </p:cNvPr>
          <p:cNvSpPr>
            <a:spLocks noGrp="1"/>
          </p:cNvSpPr>
          <p:nvPr>
            <p:ph type="title"/>
          </p:nvPr>
        </p:nvSpPr>
        <p:spPr>
          <a:xfrm>
            <a:off x="581025" y="701675"/>
            <a:ext cx="11029950" cy="530225"/>
          </a:xfrm>
        </p:spPr>
        <p:txBody>
          <a:bodyPr wrap="square" numCol="1" anchorCtr="0" compatLnSpc="1">
            <a:prstTxWarp prst="textNoShape">
              <a:avLst/>
            </a:prstTxWarp>
          </a:bodyPr>
          <a:lstStyle/>
          <a:p>
            <a:r>
              <a:rPr lang="en-US" altLang="en-US" sz="4000" b="1" cap="none">
                <a:solidFill>
                  <a:schemeClr val="accent1"/>
                </a:solidFill>
                <a:latin typeface="Arial" panose="020B0604020202020204" pitchFamily="34" charset="0"/>
                <a:ea typeface="Franklin Gothic Demi" panose="020B0703020102020204" pitchFamily="34" charset="0"/>
                <a:cs typeface="Arial" panose="020B0604020202020204" pitchFamily="34" charset="0"/>
              </a:rPr>
              <a:t>CONCLUSION</a:t>
            </a:r>
            <a:endParaRPr lang="en-US" altLang="en-US" sz="2500" cap="none">
              <a:ea typeface="Franklin Gothic Demi" panose="020B0703020102020204" pitchFamily="34" charset="0"/>
              <a:cs typeface="Arial" panose="020B0604020202020204" pitchFamily="34" charset="0"/>
            </a:endParaRPr>
          </a:p>
        </p:txBody>
      </p:sp>
      <p:sp>
        <p:nvSpPr>
          <p:cNvPr id="2" name="Content Placeholder 1">
            <a:extLst>
              <a:ext uri="{FF2B5EF4-FFF2-40B4-BE49-F238E27FC236}">
                <a16:creationId xmlns:a16="http://schemas.microsoft.com/office/drawing/2014/main" id="{5DF5AF6C-79BF-D563-ACB1-0CF2879FFF78}"/>
              </a:ext>
            </a:extLst>
          </p:cNvPr>
          <p:cNvSpPr>
            <a:spLocks noGrp="1"/>
          </p:cNvSpPr>
          <p:nvPr>
            <p:ph idx="1"/>
          </p:nvPr>
        </p:nvSpPr>
        <p:spPr>
          <a:xfrm>
            <a:off x="581025" y="1456359"/>
            <a:ext cx="11029950" cy="4673600"/>
          </a:xfrm>
        </p:spPr>
        <p:txBody>
          <a:bodyPr vert="horz" wrap="square" lIns="91440" tIns="45720" rIns="91440" bIns="45720" numCol="1" rtlCol="0" anchor="ctr" anchorCtr="0" compatLnSpc="1">
            <a:prstTxWarp prst="textNoShape">
              <a:avLst/>
            </a:prstTxWarp>
            <a:noAutofit/>
          </a:bodyPr>
          <a:lstStyle/>
          <a:p>
            <a:pPr marL="0" indent="0">
              <a:buNone/>
              <a:defRPr/>
            </a:pPr>
            <a:r>
              <a:rPr lang="en-IN" sz="1600" dirty="0">
                <a:solidFill>
                  <a:srgbClr val="0F0F0F"/>
                </a:solidFill>
                <a:ea typeface="+mn-lt"/>
                <a:cs typeface="+mn-lt"/>
              </a:rPr>
              <a:t>The IBM Cloud </a:t>
            </a:r>
            <a:r>
              <a:rPr lang="en-IN" sz="1600" err="1">
                <a:solidFill>
                  <a:srgbClr val="0F0F0F"/>
                </a:solidFill>
                <a:ea typeface="+mn-lt"/>
                <a:cs typeface="+mn-lt"/>
              </a:rPr>
              <a:t>AutoAI</a:t>
            </a:r>
            <a:r>
              <a:rPr lang="en-IN" sz="1600" dirty="0">
                <a:solidFill>
                  <a:srgbClr val="0F0F0F"/>
                </a:solidFill>
                <a:ea typeface="+mn-lt"/>
                <a:cs typeface="+mn-lt"/>
              </a:rPr>
              <a:t> approach to obesity classification offers an efficient, automated solution to a complex health problem. It leverages advanced machine learning techniques without requiring deep expertise in data science. </a:t>
            </a:r>
            <a:endParaRPr lang="en-US" sz="1600">
              <a:ea typeface="+mn-lt"/>
              <a:cs typeface="+mn-lt"/>
            </a:endParaRPr>
          </a:p>
          <a:p>
            <a:pPr marL="0" indent="0">
              <a:buNone/>
              <a:defRPr/>
            </a:pPr>
            <a:r>
              <a:rPr lang="en-IN" sz="1600" dirty="0">
                <a:solidFill>
                  <a:srgbClr val="0F0F0F"/>
                </a:solidFill>
                <a:ea typeface="+mn-lt"/>
                <a:cs typeface="+mn-lt"/>
              </a:rPr>
              <a:t>Key benefits: </a:t>
            </a:r>
            <a:endParaRPr lang="en-US" sz="1600">
              <a:ea typeface="+mn-lt"/>
              <a:cs typeface="+mn-lt"/>
            </a:endParaRPr>
          </a:p>
          <a:p>
            <a:pPr marL="0" indent="0">
              <a:buNone/>
              <a:defRPr/>
            </a:pPr>
            <a:r>
              <a:rPr lang="en-IN" sz="1600" dirty="0">
                <a:solidFill>
                  <a:srgbClr val="0F0F0F"/>
                </a:solidFill>
                <a:ea typeface="+mn-lt"/>
                <a:cs typeface="+mn-lt"/>
              </a:rPr>
              <a:t>1. Automated model selection and optimization.</a:t>
            </a:r>
            <a:endParaRPr lang="en-US" sz="1600">
              <a:ea typeface="+mn-lt"/>
              <a:cs typeface="+mn-lt"/>
            </a:endParaRPr>
          </a:p>
          <a:p>
            <a:pPr marL="0" indent="0">
              <a:buNone/>
              <a:defRPr/>
            </a:pPr>
            <a:r>
              <a:rPr lang="en-IN" sz="1600" dirty="0">
                <a:solidFill>
                  <a:srgbClr val="0F0F0F"/>
                </a:solidFill>
                <a:ea typeface="+mn-lt"/>
                <a:cs typeface="+mn-lt"/>
              </a:rPr>
              <a:t>2. Reduced development time and resources.</a:t>
            </a:r>
            <a:endParaRPr lang="en-US" sz="1600">
              <a:ea typeface="+mn-lt"/>
              <a:cs typeface="+mn-lt"/>
            </a:endParaRPr>
          </a:p>
          <a:p>
            <a:pPr marL="0" indent="0">
              <a:buNone/>
              <a:defRPr/>
            </a:pPr>
            <a:r>
              <a:rPr lang="en-IN" sz="1600" dirty="0">
                <a:solidFill>
                  <a:srgbClr val="0F0F0F"/>
                </a:solidFill>
                <a:ea typeface="+mn-lt"/>
                <a:cs typeface="+mn-lt"/>
              </a:rPr>
              <a:t> 3. Scalable cloud-based deployment. </a:t>
            </a:r>
            <a:endParaRPr lang="en-US" sz="1600">
              <a:ea typeface="+mn-lt"/>
              <a:cs typeface="+mn-lt"/>
            </a:endParaRPr>
          </a:p>
          <a:p>
            <a:pPr marL="0" indent="0">
              <a:buNone/>
              <a:defRPr/>
            </a:pPr>
            <a:r>
              <a:rPr lang="en-IN" sz="1600" dirty="0">
                <a:solidFill>
                  <a:srgbClr val="0F0F0F"/>
                </a:solidFill>
                <a:ea typeface="+mn-lt"/>
                <a:cs typeface="+mn-lt"/>
              </a:rPr>
              <a:t> 4. Integration-ready API for healthcare systems.</a:t>
            </a:r>
            <a:endParaRPr lang="en-US" sz="1600">
              <a:ea typeface="+mn-lt"/>
              <a:cs typeface="+mn-lt"/>
            </a:endParaRPr>
          </a:p>
          <a:p>
            <a:pPr marL="0" indent="0">
              <a:buNone/>
              <a:defRPr/>
            </a:pPr>
            <a:r>
              <a:rPr lang="en-IN" sz="1600" dirty="0">
                <a:solidFill>
                  <a:srgbClr val="0F0F0F"/>
                </a:solidFill>
                <a:ea typeface="+mn-lt"/>
                <a:cs typeface="+mn-lt"/>
              </a:rPr>
              <a:t>Limitations: </a:t>
            </a:r>
            <a:endParaRPr lang="en-US" sz="1600">
              <a:ea typeface="+mn-lt"/>
              <a:cs typeface="+mn-lt"/>
            </a:endParaRPr>
          </a:p>
          <a:p>
            <a:pPr marL="0" indent="0">
              <a:buNone/>
              <a:defRPr/>
            </a:pPr>
            <a:r>
              <a:rPr lang="en-IN" sz="1600" dirty="0">
                <a:solidFill>
                  <a:srgbClr val="0F0F0F"/>
                </a:solidFill>
                <a:ea typeface="+mn-lt"/>
                <a:cs typeface="+mn-lt"/>
              </a:rPr>
              <a:t>1. Less control over specific model parameters.</a:t>
            </a:r>
            <a:endParaRPr lang="en-US" sz="1600">
              <a:ea typeface="+mn-lt"/>
              <a:cs typeface="+mn-lt"/>
            </a:endParaRPr>
          </a:p>
          <a:p>
            <a:pPr marL="0" indent="0">
              <a:buNone/>
              <a:defRPr/>
            </a:pPr>
            <a:r>
              <a:rPr lang="en-IN" sz="1600" dirty="0">
                <a:solidFill>
                  <a:srgbClr val="0F0F0F"/>
                </a:solidFill>
                <a:ea typeface="+mn-lt"/>
                <a:cs typeface="+mn-lt"/>
              </a:rPr>
              <a:t>2. Potential for overfitting if not carefully monitored.</a:t>
            </a:r>
            <a:endParaRPr lang="en-US" sz="1600">
              <a:ea typeface="+mn-lt"/>
              <a:cs typeface="+mn-lt"/>
            </a:endParaRPr>
          </a:p>
          <a:p>
            <a:pPr marL="0" indent="0">
              <a:buNone/>
              <a:defRPr/>
            </a:pPr>
            <a:r>
              <a:rPr lang="en-IN" sz="1600" dirty="0">
                <a:solidFill>
                  <a:srgbClr val="0F0F0F"/>
                </a:solidFill>
                <a:ea typeface="+mn-lt"/>
                <a:cs typeface="+mn-lt"/>
              </a:rPr>
              <a:t>3. Dependence on IBM Cloud infrastructure.</a:t>
            </a:r>
            <a:endParaRPr lang="en-US" sz="1600">
              <a:ea typeface="+mn-lt"/>
              <a:cs typeface="+mn-lt"/>
            </a:endParaRPr>
          </a:p>
          <a:p>
            <a:pPr marL="0" indent="0">
              <a:buNone/>
              <a:defRPr/>
            </a:pPr>
            <a:r>
              <a:rPr lang="en-IN" sz="1600" dirty="0">
                <a:solidFill>
                  <a:srgbClr val="0F0F0F"/>
                </a:solidFill>
                <a:ea typeface="+mn-lt"/>
                <a:cs typeface="+mn-lt"/>
              </a:rPr>
              <a:t>Overall, this approach provides a powerful tool for healthcare professionals to quickly develop and deploy obesity classification models. It balances ease of use with sophisticated analytics, potentially improving early diagnosis and intervention strategies in obesity management. The success of such a system ultimately depends on the quality of input data, proper interpretation of results, and integration into broader healthcare practices. </a:t>
            </a:r>
            <a:endParaRPr 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DD33B-EE49-441E-1929-0B447CD89C35}"/>
              </a:ext>
            </a:extLst>
          </p:cNvPr>
          <p:cNvSpPr>
            <a:spLocks noGrp="1"/>
          </p:cNvSpPr>
          <p:nvPr>
            <p:ph idx="1"/>
          </p:nvPr>
        </p:nvSpPr>
        <p:spPr>
          <a:xfrm>
            <a:off x="536851" y="1588880"/>
            <a:ext cx="11029950" cy="4673600"/>
          </a:xfrm>
        </p:spPr>
        <p:txBody>
          <a:bodyPr rtlCol="0">
            <a:normAutofit fontScale="92500" lnSpcReduction="20000"/>
          </a:bodyPr>
          <a:lstStyle/>
          <a:p>
            <a:pPr marL="0" indent="0">
              <a:buNone/>
              <a:defRPr/>
            </a:pPr>
            <a:r>
              <a:rPr lang="en-US" sz="2000" dirty="0">
                <a:solidFill>
                  <a:schemeClr val="tx1">
                    <a:lumMod val="75000"/>
                    <a:lumOff val="25000"/>
                  </a:schemeClr>
                </a:solidFill>
                <a:ea typeface="+mn-lt"/>
                <a:cs typeface="+mn-lt"/>
              </a:rPr>
              <a:t>The future scope of obesity classification is poised for significant advancements, driven by technological innovations and interdisciplinary approaches. Personalized medicine will likely take center stage, integrating genetic and microbiome data to provide tailored risk assessments and interventions. Wearable technologies and smart devices will enable continuous monitoring of relevant health parameters, offering real-time data for more accurate classifications.</a:t>
            </a:r>
            <a:endParaRPr lang="en-US" dirty="0">
              <a:solidFill>
                <a:schemeClr val="tx1">
                  <a:lumMod val="75000"/>
                  <a:lumOff val="25000"/>
                </a:schemeClr>
              </a:solidFill>
              <a:ea typeface="+mn-lt"/>
              <a:cs typeface="+mn-lt"/>
            </a:endParaRPr>
          </a:p>
          <a:p>
            <a:pPr marL="0" indent="0">
              <a:buNone/>
              <a:defRPr/>
            </a:pPr>
            <a:r>
              <a:rPr lang="en-US" sz="2000" dirty="0">
                <a:solidFill>
                  <a:schemeClr val="tx1">
                    <a:lumMod val="75000"/>
                    <a:lumOff val="25000"/>
                  </a:schemeClr>
                </a:solidFill>
                <a:ea typeface="+mn-lt"/>
                <a:cs typeface="+mn-lt"/>
              </a:rPr>
              <a:t> Artificial intelligence and machine learning will play a crucial role, with sophisticated deep learning models capable of recognizing complex patterns in diverse datasets. These models will incorporate a wide range of factors, including environmental and socioeconomic data, for more comprehensive assessments. Predictive analytics will evolve to forecast obesity trends at both individual and population levels, enabling proactive interventions. Automated systems may provide personalized lifestyle recommendations based on real-time data analysis. Ethical considerations will become increasingly important, with a focus on developing unbiased models and ensuring equitable application across diverse populations. Explainable AI will improve model interpretability for healthcare professionals and patients alike. Global health initiatives will benefit from adaptive models that account for cultural and geographical differences. Interdisciplinary collaboration will intensify, combining insights from medical, behavioral, and data sciences to create holistic solutions for obesity management and prevention.</a:t>
            </a:r>
            <a:endParaRPr lang="en-US">
              <a:solidFill>
                <a:schemeClr val="tx1">
                  <a:lumMod val="75000"/>
                  <a:lumOff val="25000"/>
                </a:schemeClr>
              </a:solidFill>
            </a:endParaRPr>
          </a:p>
          <a:p>
            <a:pPr marL="0" indent="0" fontAlgn="auto">
              <a:buNone/>
              <a:defRPr/>
            </a:pPr>
            <a:endParaRPr lang="en-US" sz="2000" dirty="0">
              <a:solidFill>
                <a:schemeClr val="tx1">
                  <a:lumMod val="75000"/>
                  <a:lumOff val="25000"/>
                </a:schemeClr>
              </a:solidFill>
            </a:endParaRPr>
          </a:p>
        </p:txBody>
      </p:sp>
      <p:sp>
        <p:nvSpPr>
          <p:cNvPr id="5" name="Title 4">
            <a:extLst>
              <a:ext uri="{FF2B5EF4-FFF2-40B4-BE49-F238E27FC236}">
                <a16:creationId xmlns:a16="http://schemas.microsoft.com/office/drawing/2014/main" id="{5923BB89-BF18-0A74-67BF-B85D4D45C243}"/>
              </a:ext>
            </a:extLst>
          </p:cNvPr>
          <p:cNvSpPr txBox="1">
            <a:spLocks/>
          </p:cNvSpPr>
          <p:nvPr/>
        </p:nvSpPr>
        <p:spPr>
          <a:xfrm>
            <a:off x="534988" y="844550"/>
            <a:ext cx="11029950" cy="530225"/>
          </a:xfrm>
          <a:prstGeom prst="rect">
            <a:avLst/>
          </a:prstGeom>
        </p:spPr>
        <p:txBody>
          <a:bodyPr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defRPr/>
            </a:pPr>
            <a:r>
              <a:rPr lang="en-US" sz="4400" b="1" dirty="0">
                <a:solidFill>
                  <a:schemeClr val="accent1"/>
                </a:solidFill>
                <a:latin typeface="Arial"/>
                <a:cs typeface="Arial"/>
              </a:rPr>
              <a:t>Future scope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9D0F9B-B37E-BEA7-ECF2-49984ABC7F13}"/>
              </a:ext>
            </a:extLst>
          </p:cNvPr>
          <p:cNvSpPr>
            <a:spLocks noGrp="1"/>
          </p:cNvSpPr>
          <p:nvPr>
            <p:ph type="title"/>
          </p:nvPr>
        </p:nvSpPr>
        <p:spPr>
          <a:xfrm>
            <a:off x="581025" y="701675"/>
            <a:ext cx="11029950" cy="530225"/>
          </a:xfrm>
        </p:spPr>
        <p:txBody>
          <a:bodyPr wrap="square" numCol="1" anchorCtr="0" compatLnSpc="1">
            <a:prstTxWarp prst="textNoShape">
              <a:avLst/>
            </a:prstTxWarp>
          </a:bodyPr>
          <a:lstStyle/>
          <a:p>
            <a:r>
              <a:rPr lang="en-US" altLang="en-US" sz="4000" b="1" cap="none">
                <a:solidFill>
                  <a:schemeClr val="accent1"/>
                </a:solidFill>
                <a:latin typeface="Arial" panose="020B0604020202020204" pitchFamily="34" charset="0"/>
                <a:ea typeface="Franklin Gothic Demi" panose="020B0703020102020204" pitchFamily="34" charset="0"/>
                <a:cs typeface="Arial" panose="020B0604020202020204" pitchFamily="34" charset="0"/>
              </a:rPr>
              <a:t>REFERENCES</a:t>
            </a:r>
            <a:endParaRPr lang="en-US" altLang="en-US" sz="2500" cap="none">
              <a:ea typeface="Franklin Gothic Demi" panose="020B0703020102020204" pitchFamily="34" charset="0"/>
              <a:cs typeface="Arial" panose="020B0604020202020204" pitchFamily="34" charset="0"/>
            </a:endParaRPr>
          </a:p>
        </p:txBody>
      </p:sp>
      <p:sp>
        <p:nvSpPr>
          <p:cNvPr id="2" name="Content Placeholder 1">
            <a:extLst>
              <a:ext uri="{FF2B5EF4-FFF2-40B4-BE49-F238E27FC236}">
                <a16:creationId xmlns:a16="http://schemas.microsoft.com/office/drawing/2014/main" id="{7F8DF1BF-FCC1-DBB5-CCCE-60DA7D780DF1}"/>
              </a:ext>
            </a:extLst>
          </p:cNvPr>
          <p:cNvSpPr>
            <a:spLocks noGrp="1"/>
          </p:cNvSpPr>
          <p:nvPr>
            <p:ph idx="1"/>
          </p:nvPr>
        </p:nvSpPr>
        <p:spPr>
          <a:xfrm>
            <a:off x="581025" y="1235490"/>
            <a:ext cx="11029950" cy="5181599"/>
          </a:xfrm>
        </p:spPr>
        <p:txBody>
          <a:bodyPr rtlCol="0">
            <a:normAutofit fontScale="92500" lnSpcReduction="20000"/>
          </a:bodyPr>
          <a:lstStyle/>
          <a:p>
            <a:pPr marL="342900" indent="-342900" fontAlgn="auto">
              <a:defRPr/>
            </a:pPr>
            <a:r>
              <a:rPr lang="en-IN" sz="2400" dirty="0">
                <a:solidFill>
                  <a:srgbClr val="0F0F0F"/>
                </a:solidFill>
              </a:rPr>
              <a:t>I took help from </a:t>
            </a:r>
            <a:r>
              <a:rPr lang="en-IN" sz="2400" err="1">
                <a:solidFill>
                  <a:srgbClr val="0F0F0F"/>
                </a:solidFill>
              </a:rPr>
              <a:t>ChatGpt</a:t>
            </a:r>
            <a:r>
              <a:rPr lang="en-IN" sz="2400" dirty="0">
                <a:solidFill>
                  <a:srgbClr val="0F0F0F"/>
                </a:solidFill>
              </a:rPr>
              <a:t> and other websites like wikipedia.com </a:t>
            </a:r>
          </a:p>
          <a:p>
            <a:pPr marL="342900" indent="-342900">
              <a:defRPr/>
            </a:pPr>
            <a:r>
              <a:rPr lang="en-IN" sz="2400" dirty="0">
                <a:solidFill>
                  <a:srgbClr val="0F0F0F"/>
                </a:solidFill>
                <a:ea typeface="+mn-lt"/>
                <a:cs typeface="+mn-lt"/>
              </a:rPr>
              <a:t>    Notebook link of my project</a:t>
            </a:r>
          </a:p>
          <a:p>
            <a:pPr marL="0" indent="0">
              <a:buNone/>
              <a:defRPr/>
            </a:pPr>
            <a:r>
              <a:rPr lang="en-IN" sz="2400" dirty="0">
                <a:solidFill>
                  <a:srgbClr val="0F0F0F"/>
                </a:solidFill>
                <a:ea typeface="+mn-lt"/>
                <a:cs typeface="+mn-lt"/>
                <a:hlinkClick r:id="rId2"/>
              </a:rPr>
              <a:t>https://eu-de.dataplatform.cloud.ibm.com/analytics/notebooks/v2/d8984a05-d089-4d03-928a-c83cc312d646/view?access_token=3c72dd1d734893b5d84316bb6078d6356c00541c2954284fdc32f1834d84abdb&amp;context=cpdaas</a:t>
            </a:r>
          </a:p>
          <a:p>
            <a:pPr marL="342900" indent="-342900">
              <a:defRPr/>
            </a:pPr>
            <a:r>
              <a:rPr lang="en-IN" sz="2400" dirty="0">
                <a:solidFill>
                  <a:srgbClr val="0F0F0F"/>
                </a:solidFill>
                <a:ea typeface="+mn-lt"/>
                <a:cs typeface="+mn-lt"/>
              </a:rPr>
              <a:t>API link of my model</a:t>
            </a:r>
          </a:p>
          <a:p>
            <a:pPr marL="0" indent="0">
              <a:buNone/>
              <a:defRPr/>
            </a:pPr>
            <a:r>
              <a:rPr lang="en-IN" sz="2400" dirty="0">
                <a:solidFill>
                  <a:srgbClr val="0F0F0F"/>
                </a:solidFill>
                <a:ea typeface="+mn-lt"/>
                <a:cs typeface="+mn-lt"/>
                <a:hlinkClick r:id="rId3"/>
              </a:rPr>
              <a:t>https://private.eu-de.ml.cloud.ibm.com/ml/v4/deployments/141b7188-5174-4e9a-8a7a-fbffc34240a7/predictions?version=2021-05-01</a:t>
            </a:r>
            <a:endParaRPr lang="en-IN"/>
          </a:p>
          <a:p>
            <a:pPr marL="0" indent="0">
              <a:buNone/>
              <a:defRPr/>
            </a:pPr>
            <a:r>
              <a:rPr lang="en-IN" sz="2400" dirty="0">
                <a:solidFill>
                  <a:srgbClr val="0F0F0F"/>
                </a:solidFill>
                <a:ea typeface="+mn-lt"/>
                <a:cs typeface="+mn-lt"/>
              </a:rPr>
              <a:t>(private)</a:t>
            </a:r>
          </a:p>
          <a:p>
            <a:pPr marL="0" indent="0">
              <a:buNone/>
              <a:defRPr/>
            </a:pPr>
            <a:r>
              <a:rPr lang="en-IN" sz="2400" dirty="0">
                <a:solidFill>
                  <a:srgbClr val="0F0F0F"/>
                </a:solidFill>
                <a:ea typeface="+mn-lt"/>
                <a:cs typeface="+mn-lt"/>
                <a:hlinkClick r:id="rId4"/>
              </a:rPr>
              <a:t>https://eu-de.ml.cloud.ibm.com/ml/v4/deployments/141b7188-5174-4e9a-8a7a-fbffc34240a7/predictions?version=2021-05-01</a:t>
            </a:r>
            <a:endParaRPr lang="en-IN"/>
          </a:p>
          <a:p>
            <a:pPr marL="0" indent="0">
              <a:buNone/>
              <a:defRPr/>
            </a:pPr>
            <a:r>
              <a:rPr lang="en-IN" sz="2400" dirty="0">
                <a:solidFill>
                  <a:srgbClr val="0F0F0F"/>
                </a:solidFill>
                <a:ea typeface="+mn-lt"/>
                <a:cs typeface="+mn-lt"/>
              </a:rPr>
              <a:t>(public)</a:t>
            </a:r>
          </a:p>
          <a:p>
            <a:pPr marL="342900" indent="-342900">
              <a:defRPr/>
            </a:pPr>
            <a:endParaRPr lang="en-IN" sz="2400" dirty="0">
              <a:solidFill>
                <a:srgbClr val="0F0F0F"/>
              </a:solidFill>
              <a:ea typeface="+mn-lt"/>
              <a:cs typeface="+mn-lt"/>
              <a:hlinkClick r:id="rId2">
                <a:extLst>
                  <a:ext uri="{A12FA001-AC4F-418D-AE19-62706E023703}">
                    <ahyp:hlinkClr xmlns:ahyp="http://schemas.microsoft.com/office/drawing/2018/hyperlinkcolor" val="tx"/>
                  </a:ext>
                </a:extLst>
              </a:hlinkClic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FA4DF-CD04-8B59-7046-62BAC7B1C33C}"/>
              </a:ext>
            </a:extLst>
          </p:cNvPr>
          <p:cNvSpPr>
            <a:spLocks noGrp="1"/>
          </p:cNvSpPr>
          <p:nvPr>
            <p:ph type="title"/>
          </p:nvPr>
        </p:nvSpPr>
        <p:spPr>
          <a:xfrm>
            <a:off x="581025" y="701675"/>
            <a:ext cx="11029950" cy="530225"/>
          </a:xfrm>
        </p:spPr>
        <p:txBody>
          <a:bodyPr>
            <a:noAutofit/>
          </a:bodyPr>
          <a:lstStyle/>
          <a:p>
            <a:pPr fontAlgn="auto">
              <a:spcAft>
                <a:spcPts val="0"/>
              </a:spcAft>
              <a:defRPr/>
            </a:pPr>
            <a:r>
              <a:rPr lang="en-IN" sz="3200" b="1" dirty="0">
                <a:solidFill>
                  <a:srgbClr val="00B0F0"/>
                </a:solidFill>
                <a:latin typeface="Arial" pitchFamily="34" charset="0"/>
                <a:cs typeface="Arial" pitchFamily="34" charset="0"/>
              </a:rPr>
              <a:t>course certificate 1 </a:t>
            </a:r>
          </a:p>
        </p:txBody>
      </p:sp>
      <p:pic>
        <p:nvPicPr>
          <p:cNvPr id="3" name="Picture 2" descr="A screenshot of a computer&#10;&#10;Description automatically generated">
            <a:extLst>
              <a:ext uri="{FF2B5EF4-FFF2-40B4-BE49-F238E27FC236}">
                <a16:creationId xmlns:a16="http://schemas.microsoft.com/office/drawing/2014/main" id="{E1FC6CF3-CD8D-7676-8D4F-1E231005B6C6}"/>
              </a:ext>
            </a:extLst>
          </p:cNvPr>
          <p:cNvPicPr>
            <a:picLocks noChangeAspect="1"/>
          </p:cNvPicPr>
          <p:nvPr/>
        </p:nvPicPr>
        <p:blipFill>
          <a:blip r:embed="rId2"/>
          <a:srcRect l="25688" t="12903" r="11843" b="4584"/>
          <a:stretch/>
        </p:blipFill>
        <p:spPr>
          <a:xfrm>
            <a:off x="2131390" y="1231127"/>
            <a:ext cx="7871701" cy="537128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C125E-8B47-A10C-7891-5B4B183A9EF8}"/>
              </a:ext>
            </a:extLst>
          </p:cNvPr>
          <p:cNvSpPr>
            <a:spLocks noGrp="1"/>
          </p:cNvSpPr>
          <p:nvPr>
            <p:ph type="title"/>
          </p:nvPr>
        </p:nvSpPr>
        <p:spPr>
          <a:xfrm>
            <a:off x="581025" y="701675"/>
            <a:ext cx="11029950" cy="530225"/>
          </a:xfrm>
        </p:spPr>
        <p:txBody>
          <a:bodyPr>
            <a:noAutofit/>
          </a:bodyPr>
          <a:lstStyle/>
          <a:p>
            <a:pPr fontAlgn="auto">
              <a:spcAft>
                <a:spcPts val="0"/>
              </a:spcAft>
              <a:defRPr/>
            </a:pPr>
            <a:r>
              <a:rPr lang="en-IN" sz="3200" b="1" dirty="0">
                <a:solidFill>
                  <a:srgbClr val="00B0F0"/>
                </a:solidFill>
                <a:latin typeface="Arial" pitchFamily="34" charset="0"/>
                <a:cs typeface="Arial" pitchFamily="34" charset="0"/>
              </a:rPr>
              <a:t>course </a:t>
            </a:r>
            <a:r>
              <a:rPr lang="en-IN" sz="3200" b="1">
                <a:solidFill>
                  <a:srgbClr val="00B0F0"/>
                </a:solidFill>
                <a:latin typeface="Arial" pitchFamily="34" charset="0"/>
                <a:cs typeface="Arial" pitchFamily="34" charset="0"/>
              </a:rPr>
              <a:t>certificate 2 </a:t>
            </a:r>
            <a:endParaRPr lang="en-IN" sz="3200" b="1" dirty="0">
              <a:solidFill>
                <a:srgbClr val="00B0F0"/>
              </a:solidFill>
              <a:latin typeface="Arial" pitchFamily="34" charset="0"/>
              <a:cs typeface="Arial" pitchFamily="34" charset="0"/>
            </a:endParaRPr>
          </a:p>
        </p:txBody>
      </p:sp>
      <p:pic>
        <p:nvPicPr>
          <p:cNvPr id="3" name="Picture 2" descr="A screenshot of a computer&#10;&#10;Description automatically generated">
            <a:extLst>
              <a:ext uri="{FF2B5EF4-FFF2-40B4-BE49-F238E27FC236}">
                <a16:creationId xmlns:a16="http://schemas.microsoft.com/office/drawing/2014/main" id="{411D05CE-74DF-0AD9-9D58-367530283512}"/>
              </a:ext>
            </a:extLst>
          </p:cNvPr>
          <p:cNvPicPr>
            <a:picLocks noChangeAspect="1"/>
          </p:cNvPicPr>
          <p:nvPr/>
        </p:nvPicPr>
        <p:blipFill>
          <a:blip r:embed="rId2"/>
          <a:srcRect l="25543" t="12903" r="11594" b="4839"/>
          <a:stretch/>
        </p:blipFill>
        <p:spPr>
          <a:xfrm>
            <a:off x="2098261" y="1228588"/>
            <a:ext cx="7984439" cy="53827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106E5CC-FAD2-0983-71D4-61CCA2432C40}"/>
              </a:ext>
            </a:extLst>
          </p:cNvPr>
          <p:cNvSpPr>
            <a:spLocks noGrp="1"/>
          </p:cNvSpPr>
          <p:nvPr>
            <p:ph type="title"/>
          </p:nvPr>
        </p:nvSpPr>
        <p:spPr>
          <a:xfrm>
            <a:off x="1463675" y="2765425"/>
            <a:ext cx="9297988" cy="1325563"/>
          </a:xfrm>
        </p:spPr>
        <p:txBody>
          <a:bodyPr/>
          <a:lstStyle/>
          <a:p>
            <a:pPr algn="ctr" fontAlgn="auto">
              <a:spcAft>
                <a:spcPts val="0"/>
              </a:spcAft>
              <a:defRPr/>
            </a:pPr>
            <a:r>
              <a:rPr lang="en-US" b="1">
                <a:solidFill>
                  <a:srgbClr val="002060"/>
                </a:solidFill>
                <a:latin typeface="Arial" panose="020B0604020202020204" pitchFamily="34" charset="0"/>
                <a:cs typeface="Arial" panose="020B0604020202020204" pitchFamily="34" charset="0"/>
              </a:rPr>
              <a:t>THANK YOU</a:t>
            </a: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http://purl.org/dc/elements/1.1/"/>
    <ds:schemaRef ds:uri="http://purl.org/dc/terms/"/>
    <ds:schemaRef ds:uri="http://www.w3.org/XML/1998/namespace"/>
    <ds:schemaRef ds:uri="http://schemas.microsoft.com/office/2006/documentManagement/types"/>
    <ds:schemaRef ds:uri="http://purl.org/dc/dcmitype/"/>
    <ds:schemaRef ds:uri="9162bd5b-4ed9-4da3-b376-05204580ba3f"/>
    <ds:schemaRef ds:uri="c0fa2617-96bd-425d-8578-e93563fe37c5"/>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2</TotalTime>
  <Words>1420</Words>
  <Application>Microsoft Office PowerPoint</Application>
  <PresentationFormat>Widescreen</PresentationFormat>
  <Paragraphs>104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Franklin Gothic Book</vt:lpstr>
      <vt:lpstr>Franklin Gothic Demi</vt:lpstr>
      <vt:lpstr>Wingdings 2</vt:lpstr>
      <vt:lpstr>DividendVTI</vt:lpstr>
      <vt:lpstr>Obesity classification with autoai</vt:lpstr>
      <vt:lpstr>OUTLINE</vt:lpstr>
      <vt:lpstr>Problem Statement</vt:lpstr>
      <vt:lpstr>Proposed Solution</vt:lpstr>
      <vt:lpstr>PowerPoint Presentation</vt:lpstr>
      <vt:lpstr>SYSTEM  APPROACH</vt:lpstr>
      <vt:lpstr>ALGORITHM &amp; DEPLOYMENT</vt:lpstr>
      <vt:lpstr>RESULT</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REFERENCES</vt:lpstr>
      <vt:lpstr>course certificate 1 </vt:lpstr>
      <vt:lpstr>course certificate 2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Pratyasha Dutta</cp:lastModifiedBy>
  <cp:revision>601</cp:revision>
  <dcterms:created xsi:type="dcterms:W3CDTF">2021-05-26T16:50:10Z</dcterms:created>
  <dcterms:modified xsi:type="dcterms:W3CDTF">2025-07-08T16:30:23Z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